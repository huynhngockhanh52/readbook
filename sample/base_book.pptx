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8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9144000" cy="5143500" type="screen16x9"/>
  <p:notesSz cx="6858000" cy="9144000"/>
  <p:embeddedFontLst>
    <p:embeddedFont>
      <p:font typeface="Fry Pro" pitchFamily="50" charset="0"/>
      <p:regular r:id="rId5"/>
    </p:embeddedFont>
    <p:embeddedFont>
      <p:font typeface="Lexend" panose="020B0604020202020204" charset="0"/>
      <p:regular r:id="rId6"/>
      <p:bold r:id="rId7"/>
    </p:embeddedFont>
    <p:embeddedFont>
      <p:font typeface="Nunito Black" panose="00000A00000000000000" pitchFamily="2" charset="0"/>
      <p:bold r:id="rId8"/>
      <p:boldItalic r:id="rId9"/>
    </p:embeddedFont>
    <p:embeddedFont>
      <p:font typeface="Nunito SemiBold" panose="00000700000000000000" pitchFamily="2" charset="0"/>
      <p:bold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02B"/>
    <a:srgbClr val="3B635A"/>
    <a:srgbClr val="FFFFFF"/>
    <a:srgbClr val="4E8378"/>
    <a:srgbClr val="274932"/>
    <a:srgbClr val="1D3725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84DD1CE-9C3D-4827-983A-B1BB38048CC2}">
  <a:tblStyle styleId="{C84DD1CE-9C3D-4827-983A-B1BB38048CC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2736" y="1926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2299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3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tableStyles" Target="tableStyles.xml"/><Relationship Id="rId10" Type="http://schemas.openxmlformats.org/officeDocument/2006/relationships/font" Target="fonts/font6.fntdata"/><Relationship Id="rId4" Type="http://schemas.openxmlformats.org/officeDocument/2006/relationships/handoutMaster" Target="handoutMasters/handoutMaster1.xml"/><Relationship Id="rId9" Type="http://schemas.openxmlformats.org/officeDocument/2006/relationships/font" Target="fonts/font5.fntdata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44DA86A-601A-454D-98CB-6065FBAC159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06A5D7-D81D-4625-96E7-E7ECB458211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712044-A874-4C20-82AA-97EACB2EFED2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3615DD-1A42-498E-81A1-8CFDE96C56D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300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1D4D04D4-4050-41E5-B086-93D504FC0F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-1168590" y="-1378363"/>
            <a:ext cx="7639050" cy="7639050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3D5A4B91-6828-4150-97BA-67F6540FF951}"/>
              </a:ext>
            </a:extLst>
          </p:cNvPr>
          <p:cNvSpPr/>
          <p:nvPr userDrawn="1"/>
        </p:nvSpPr>
        <p:spPr>
          <a:xfrm>
            <a:off x="4123274" y="-1234699"/>
            <a:ext cx="8581288" cy="8042466"/>
          </a:xfrm>
          <a:prstGeom prst="ellipse">
            <a:avLst/>
          </a:prstGeom>
          <a:solidFill>
            <a:srgbClr val="3B635A"/>
          </a:solidFill>
          <a:ln>
            <a:solidFill>
              <a:srgbClr val="3B63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526A9F25-8E1D-464E-BEF7-7049B489F02C}"/>
              </a:ext>
            </a:extLst>
          </p:cNvPr>
          <p:cNvSpPr/>
          <p:nvPr userDrawn="1"/>
        </p:nvSpPr>
        <p:spPr>
          <a:xfrm>
            <a:off x="461112" y="495649"/>
            <a:ext cx="8581288" cy="4159577"/>
          </a:xfrm>
          <a:prstGeom prst="rect">
            <a:avLst/>
          </a:prstGeom>
          <a:solidFill>
            <a:srgbClr val="FFFFFF"/>
          </a:solidFill>
          <a:ln w="7620">
            <a:solidFill>
              <a:srgbClr val="CFDAD7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55644C1-DBDB-4507-8497-75DB1255B24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6363" y="599637"/>
            <a:ext cx="861476" cy="863409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28FF0541-5F68-4AD9-9C4D-ACCE31B1E013}"/>
              </a:ext>
            </a:extLst>
          </p:cNvPr>
          <p:cNvGrpSpPr/>
          <p:nvPr userDrawn="1"/>
        </p:nvGrpSpPr>
        <p:grpSpPr>
          <a:xfrm>
            <a:off x="3434080" y="488274"/>
            <a:ext cx="5608319" cy="4174160"/>
            <a:chOff x="3458727" y="910628"/>
            <a:chExt cx="5583673" cy="3751806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1AAB9FF0-081D-41B4-A546-204C7100740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458727" y="910629"/>
              <a:ext cx="5583673" cy="3751805"/>
            </a:xfrm>
            <a:prstGeom prst="rect">
              <a:avLst/>
            </a:prstGeom>
            <a:noFill/>
            <a:ln>
              <a:noFill/>
            </a:ln>
            <a:effectLst>
              <a:glow>
                <a:schemeClr val="accent1"/>
              </a:glow>
            </a:effectLst>
          </p:spPr>
        </p:pic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AC12365-DBCE-4B95-A3A3-A1785BC767E1}"/>
                </a:ext>
              </a:extLst>
            </p:cNvPr>
            <p:cNvSpPr/>
            <p:nvPr userDrawn="1"/>
          </p:nvSpPr>
          <p:spPr>
            <a:xfrm>
              <a:off x="3458727" y="910628"/>
              <a:ext cx="3856450" cy="3751806"/>
            </a:xfrm>
            <a:prstGeom prst="rect">
              <a:avLst/>
            </a:prstGeom>
            <a:gradFill flip="none" rotWithShape="1">
              <a:gsLst>
                <a:gs pos="0">
                  <a:srgbClr val="FFFFFF"/>
                </a:gs>
                <a:gs pos="58000">
                  <a:schemeClr val="accent5">
                    <a:lumMod val="97000"/>
                    <a:lumOff val="3000"/>
                    <a:alpha val="84000"/>
                  </a:schemeClr>
                </a:gs>
                <a:gs pos="100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F065089-10BF-4B75-B90F-915CB810DE51}"/>
              </a:ext>
            </a:extLst>
          </p:cNvPr>
          <p:cNvCxnSpPr>
            <a:cxnSpLocks/>
          </p:cNvCxnSpPr>
          <p:nvPr userDrawn="1"/>
        </p:nvCxnSpPr>
        <p:spPr>
          <a:xfrm>
            <a:off x="461112" y="3055515"/>
            <a:ext cx="6315608" cy="0"/>
          </a:xfrm>
          <a:prstGeom prst="line">
            <a:avLst/>
          </a:prstGeom>
          <a:ln w="28575">
            <a:solidFill>
              <a:srgbClr val="4E83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XT_AUTHOR">
            <a:extLst>
              <a:ext uri="{FF2B5EF4-FFF2-40B4-BE49-F238E27FC236}">
                <a16:creationId xmlns:a16="http://schemas.microsoft.com/office/drawing/2014/main" id="{F319D80D-E9DC-4F4A-A5BD-690EDAD9301A}"/>
              </a:ext>
            </a:extLst>
          </p:cNvPr>
          <p:cNvSpPr/>
          <p:nvPr userDrawn="1"/>
        </p:nvSpPr>
        <p:spPr>
          <a:xfrm>
            <a:off x="5823140" y="4300193"/>
            <a:ext cx="3219259" cy="355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0">
                <a:solidFill>
                  <a:schemeClr val="tx1"/>
                </a:solidFill>
                <a:latin typeface="Nunito Black" panose="00000A00000000000000" pitchFamily="2" charset="0"/>
                <a:ea typeface="Aptos" pitchFamily="34" charset="-122"/>
                <a:cs typeface="Aptos" pitchFamily="34" charset="-120"/>
              </a:rPr>
              <a:t>Trình bày: </a:t>
            </a:r>
            <a:r>
              <a:rPr lang="en-US" sz="1400" b="1">
                <a:solidFill>
                  <a:srgbClr val="4E8378"/>
                </a:solidFill>
                <a:latin typeface="Nunito Black" panose="00000A00000000000000" pitchFamily="2" charset="0"/>
                <a:ea typeface="Aptos" pitchFamily="34" charset="-122"/>
                <a:cs typeface="Aptos" pitchFamily="34" charset="-120"/>
              </a:rPr>
              <a:t>HUỲNH NGỌC KHANH</a:t>
            </a:r>
            <a:endParaRPr lang="en-US" sz="1400" dirty="0">
              <a:solidFill>
                <a:srgbClr val="4E8378"/>
              </a:solidFill>
              <a:latin typeface="Nunito Black" panose="00000A00000000000000" pitchFamily="2" charset="0"/>
            </a:endParaRPr>
          </a:p>
        </p:txBody>
      </p:sp>
      <p:sp>
        <p:nvSpPr>
          <p:cNvPr id="28" name="TXT_CHAPTER">
            <a:extLst>
              <a:ext uri="{FF2B5EF4-FFF2-40B4-BE49-F238E27FC236}">
                <a16:creationId xmlns:a16="http://schemas.microsoft.com/office/drawing/2014/main" id="{EDB45A4A-E840-4685-A721-F55FF5261F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7635" y="3126586"/>
            <a:ext cx="6009347" cy="600308"/>
          </a:xfrm>
        </p:spPr>
        <p:txBody>
          <a:bodyPr anchor="t"/>
          <a:lstStyle>
            <a:lvl1pPr marL="0" indent="0">
              <a:buNone/>
              <a:tabLst/>
              <a:defRPr sz="2000">
                <a:solidFill>
                  <a:srgbClr val="C00000"/>
                </a:solidFill>
                <a:latin typeface="Nunito Black" panose="00000A00000000000000" pitchFamily="2" charset="0"/>
              </a:defRPr>
            </a:lvl1pPr>
          </a:lstStyle>
          <a:p>
            <a:pPr lvl="0"/>
            <a:r>
              <a:rPr lang="en-US">
                <a:latin typeface="Nunito Black" panose="00000A00000000000000" pitchFamily="2" charset="0"/>
              </a:rPr>
              <a:t>CHƯƠNG 1.</a:t>
            </a:r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76448F8-D6DD-4EF4-B018-2C23C4D2A4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7635" y="1647842"/>
            <a:ext cx="5872825" cy="1412080"/>
          </a:xfrm>
        </p:spPr>
        <p:txBody>
          <a:bodyPr anchor="b"/>
          <a:lstStyle>
            <a:lvl1pPr algn="l">
              <a:defRPr sz="3600">
                <a:solidFill>
                  <a:srgbClr val="274932"/>
                </a:solidFill>
                <a:latin typeface="Nunito Black" panose="00000A00000000000000" pitchFamily="2" charset="0"/>
              </a:defRPr>
            </a:lvl1pPr>
          </a:lstStyle>
          <a:p>
            <a:r>
              <a:rPr lang="en-US"/>
              <a:t>CHƯƠNG 1.</a:t>
            </a:r>
          </a:p>
        </p:txBody>
      </p:sp>
      <p:sp>
        <p:nvSpPr>
          <p:cNvPr id="15" name="TXT_PLACE">
            <a:extLst>
              <a:ext uri="{FF2B5EF4-FFF2-40B4-BE49-F238E27FC236}">
                <a16:creationId xmlns:a16="http://schemas.microsoft.com/office/drawing/2014/main" id="{70AE06D3-A0FD-4746-9C25-6D3AFABA75EE}"/>
              </a:ext>
            </a:extLst>
          </p:cNvPr>
          <p:cNvSpPr/>
          <p:nvPr userDrawn="1"/>
        </p:nvSpPr>
        <p:spPr>
          <a:xfrm>
            <a:off x="1537911" y="853372"/>
            <a:ext cx="7257746" cy="355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0">
                <a:solidFill>
                  <a:schemeClr val="tx1"/>
                </a:solidFill>
                <a:latin typeface="Nunito Black" panose="00000A00000000000000" pitchFamily="2" charset="0"/>
                <a:ea typeface="Aptos" pitchFamily="34" charset="-122"/>
                <a:cs typeface="Aptos" pitchFamily="34" charset="-120"/>
              </a:rPr>
              <a:t>HỌC VIỆN AN NINH NHÂN DÂN</a:t>
            </a:r>
          </a:p>
          <a:p>
            <a:pPr marL="0" indent="0">
              <a:buNone/>
            </a:pPr>
            <a:r>
              <a:rPr lang="en-US" sz="1300" b="0">
                <a:solidFill>
                  <a:schemeClr val="tx1"/>
                </a:solidFill>
                <a:latin typeface="Nunito Black" panose="00000A00000000000000" pitchFamily="2" charset="0"/>
                <a:ea typeface="Aptos" pitchFamily="34" charset="-122"/>
                <a:cs typeface="Aptos" pitchFamily="34" charset="-120"/>
              </a:rPr>
              <a:t>KHOA AN NINH MẠNG VÀ PHÒNG, CHỐNG TỘI PHẠM SỬ DỤNG CÔNG NGHỆ CAO </a:t>
            </a:r>
          </a:p>
        </p:txBody>
      </p:sp>
    </p:spTree>
    <p:extLst>
      <p:ext uri="{BB962C8B-B14F-4D97-AF65-F5344CB8AC3E}">
        <p14:creationId xmlns:p14="http://schemas.microsoft.com/office/powerpoint/2010/main" val="1291267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.tb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E6249E64-CD63-40DB-B3EE-2B1A33E92F81}"/>
              </a:ext>
            </a:extLst>
          </p:cNvPr>
          <p:cNvGrpSpPr/>
          <p:nvPr userDrawn="1"/>
        </p:nvGrpSpPr>
        <p:grpSpPr>
          <a:xfrm>
            <a:off x="-1891553" y="0"/>
            <a:ext cx="12917347" cy="6755559"/>
            <a:chOff x="-1891556" y="0"/>
            <a:chExt cx="12917347" cy="6755559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EE42DBE0-084D-4730-A978-4905970AC30F}"/>
                </a:ext>
              </a:extLst>
            </p:cNvPr>
            <p:cNvGrpSpPr/>
            <p:nvPr userDrawn="1"/>
          </p:nvGrpSpPr>
          <p:grpSpPr>
            <a:xfrm>
              <a:off x="0" y="0"/>
              <a:ext cx="9144000" cy="5143500"/>
              <a:chOff x="3458727" y="910628"/>
              <a:chExt cx="5583673" cy="3751806"/>
            </a:xfrm>
          </p:grpSpPr>
          <p:pic>
            <p:nvPicPr>
              <p:cNvPr id="37" name="Picture 36">
                <a:extLst>
                  <a:ext uri="{FF2B5EF4-FFF2-40B4-BE49-F238E27FC236}">
                    <a16:creationId xmlns:a16="http://schemas.microsoft.com/office/drawing/2014/main" id="{AF3D4F79-08C6-4CF9-B5C5-97895C21F72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3458727" y="910629"/>
                <a:ext cx="5583673" cy="3751805"/>
              </a:xfrm>
              <a:prstGeom prst="rect">
                <a:avLst/>
              </a:prstGeom>
              <a:noFill/>
              <a:ln>
                <a:noFill/>
              </a:ln>
              <a:effectLst>
                <a:glow>
                  <a:schemeClr val="accent1"/>
                </a:glow>
              </a:effectLst>
            </p:spPr>
          </p:pic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2F0F6D28-B118-41DB-9BEB-2B65C5FEFC7C}"/>
                  </a:ext>
                </a:extLst>
              </p:cNvPr>
              <p:cNvSpPr/>
              <p:nvPr userDrawn="1"/>
            </p:nvSpPr>
            <p:spPr>
              <a:xfrm>
                <a:off x="3458727" y="910628"/>
                <a:ext cx="5583673" cy="3751806"/>
              </a:xfrm>
              <a:prstGeom prst="rect">
                <a:avLst/>
              </a:prstGeom>
              <a:gradFill flip="none" rotWithShape="1">
                <a:gsLst>
                  <a:gs pos="0">
                    <a:srgbClr val="4E8378"/>
                  </a:gs>
                  <a:gs pos="54000">
                    <a:srgbClr val="4E8378">
                      <a:alpha val="45000"/>
                    </a:srgbClr>
                  </a:gs>
                  <a:gs pos="100000">
                    <a:srgbClr val="4E8378">
                      <a:alpha val="86000"/>
                    </a:srgbClr>
                  </a:gs>
                </a:gsLst>
                <a:lin ang="162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6" name="Moon 35">
              <a:extLst>
                <a:ext uri="{FF2B5EF4-FFF2-40B4-BE49-F238E27FC236}">
                  <a16:creationId xmlns:a16="http://schemas.microsoft.com/office/drawing/2014/main" id="{E2E03670-B890-4DFD-B3CD-D26A967ECF6D}"/>
                </a:ext>
              </a:extLst>
            </p:cNvPr>
            <p:cNvSpPr/>
            <p:nvPr userDrawn="1"/>
          </p:nvSpPr>
          <p:spPr>
            <a:xfrm rot="16200000">
              <a:off x="2348608" y="-1921625"/>
              <a:ext cx="4437020" cy="12917347"/>
            </a:xfrm>
            <a:prstGeom prst="moon">
              <a:avLst>
                <a:gd name="adj" fmla="val 76520"/>
              </a:avLst>
            </a:prstGeom>
            <a:solidFill>
              <a:schemeClr val="accent6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D0626F2-D1FA-4416-823F-7E0F1C614F03}"/>
              </a:ext>
            </a:extLst>
          </p:cNvPr>
          <p:cNvGrpSpPr/>
          <p:nvPr userDrawn="1"/>
        </p:nvGrpSpPr>
        <p:grpSpPr>
          <a:xfrm>
            <a:off x="-9894" y="3702330"/>
            <a:ext cx="9103628" cy="1362137"/>
            <a:chOff x="-9894" y="3702330"/>
            <a:chExt cx="9103628" cy="1362137"/>
          </a:xfrm>
        </p:grpSpPr>
        <p:grpSp>
          <p:nvGrpSpPr>
            <p:cNvPr id="44" name="Google Shape;30;p4">
              <a:extLst>
                <a:ext uri="{FF2B5EF4-FFF2-40B4-BE49-F238E27FC236}">
                  <a16:creationId xmlns:a16="http://schemas.microsoft.com/office/drawing/2014/main" id="{21969938-4402-4C0D-A0F2-F4D2B1D26425}"/>
                </a:ext>
              </a:extLst>
            </p:cNvPr>
            <p:cNvGrpSpPr/>
            <p:nvPr/>
          </p:nvGrpSpPr>
          <p:grpSpPr>
            <a:xfrm>
              <a:off x="8073750" y="3702330"/>
              <a:ext cx="1019984" cy="918238"/>
              <a:chOff x="6711840" y="214920"/>
              <a:chExt cx="1053360" cy="949320"/>
            </a:xfrm>
          </p:grpSpPr>
          <p:sp>
            <p:nvSpPr>
              <p:cNvPr id="50" name="Google Shape;31;p4">
                <a:extLst>
                  <a:ext uri="{FF2B5EF4-FFF2-40B4-BE49-F238E27FC236}">
                    <a16:creationId xmlns:a16="http://schemas.microsoft.com/office/drawing/2014/main" id="{89353B71-246F-40EC-A5A3-048203D8ADA6}"/>
                  </a:ext>
                </a:extLst>
              </p:cNvPr>
              <p:cNvSpPr/>
              <p:nvPr/>
            </p:nvSpPr>
            <p:spPr>
              <a:xfrm>
                <a:off x="6711840" y="455760"/>
                <a:ext cx="708480" cy="708480"/>
              </a:xfrm>
              <a:custGeom>
                <a:avLst/>
                <a:gdLst/>
                <a:ahLst/>
                <a:cxnLst/>
                <a:rect l="l" t="t" r="r" b="b"/>
                <a:pathLst>
                  <a:path w="1968" h="1968" extrusionOk="0">
                    <a:moveTo>
                      <a:pt x="27" y="1968"/>
                    </a:moveTo>
                    <a:cubicBezTo>
                      <a:pt x="20" y="1968"/>
                      <a:pt x="13" y="1966"/>
                      <a:pt x="8" y="1961"/>
                    </a:cubicBezTo>
                    <a:cubicBezTo>
                      <a:pt x="-3" y="1950"/>
                      <a:pt x="-3" y="1933"/>
                      <a:pt x="8" y="1922"/>
                    </a:cubicBezTo>
                    <a:lnTo>
                      <a:pt x="1922" y="8"/>
                    </a:lnTo>
                    <a:cubicBezTo>
                      <a:pt x="1933" y="-3"/>
                      <a:pt x="1950" y="-3"/>
                      <a:pt x="1960" y="8"/>
                    </a:cubicBezTo>
                    <a:cubicBezTo>
                      <a:pt x="1971" y="18"/>
                      <a:pt x="1971" y="36"/>
                      <a:pt x="1960" y="46"/>
                    </a:cubicBezTo>
                    <a:lnTo>
                      <a:pt x="46" y="1961"/>
                    </a:lnTo>
                    <a:cubicBezTo>
                      <a:pt x="41" y="1966"/>
                      <a:pt x="34" y="1968"/>
                      <a:pt x="27" y="19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" name="Google Shape;32;p4">
                <a:extLst>
                  <a:ext uri="{FF2B5EF4-FFF2-40B4-BE49-F238E27FC236}">
                    <a16:creationId xmlns:a16="http://schemas.microsoft.com/office/drawing/2014/main" id="{8FDA1F90-CC1C-4893-9316-E1B606FC4F1A}"/>
                  </a:ext>
                </a:extLst>
              </p:cNvPr>
              <p:cNvSpPr/>
              <p:nvPr/>
            </p:nvSpPr>
            <p:spPr>
              <a:xfrm>
                <a:off x="7056360" y="214920"/>
                <a:ext cx="708840" cy="708840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1969" extrusionOk="0">
                    <a:moveTo>
                      <a:pt x="27" y="1969"/>
                    </a:moveTo>
                    <a:cubicBezTo>
                      <a:pt x="20" y="1969"/>
                      <a:pt x="13" y="1965"/>
                      <a:pt x="8" y="1960"/>
                    </a:cubicBezTo>
                    <a:cubicBezTo>
                      <a:pt x="-3" y="1950"/>
                      <a:pt x="-3" y="1933"/>
                      <a:pt x="8" y="1922"/>
                    </a:cubicBezTo>
                    <a:lnTo>
                      <a:pt x="1922" y="8"/>
                    </a:lnTo>
                    <a:cubicBezTo>
                      <a:pt x="1933" y="-3"/>
                      <a:pt x="1950" y="-3"/>
                      <a:pt x="1961" y="8"/>
                    </a:cubicBezTo>
                    <a:cubicBezTo>
                      <a:pt x="1972" y="18"/>
                      <a:pt x="1972" y="35"/>
                      <a:pt x="1961" y="46"/>
                    </a:cubicBezTo>
                    <a:lnTo>
                      <a:pt x="46" y="1960"/>
                    </a:lnTo>
                    <a:cubicBezTo>
                      <a:pt x="41" y="1965"/>
                      <a:pt x="34" y="1969"/>
                      <a:pt x="27" y="196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" name="Google Shape;33;p4">
              <a:extLst>
                <a:ext uri="{FF2B5EF4-FFF2-40B4-BE49-F238E27FC236}">
                  <a16:creationId xmlns:a16="http://schemas.microsoft.com/office/drawing/2014/main" id="{374424BD-3C7B-4118-9340-39607F540B62}"/>
                </a:ext>
              </a:extLst>
            </p:cNvPr>
            <p:cNvSpPr/>
            <p:nvPr/>
          </p:nvSpPr>
          <p:spPr>
            <a:xfrm>
              <a:off x="8365992" y="4144998"/>
              <a:ext cx="584274" cy="618295"/>
            </a:xfrm>
            <a:custGeom>
              <a:avLst/>
              <a:gdLst/>
              <a:ahLst/>
              <a:cxnLst/>
              <a:rect l="l" t="t" r="r" b="b"/>
              <a:pathLst>
                <a:path w="1562" h="1562" extrusionOk="0">
                  <a:moveTo>
                    <a:pt x="1521" y="530"/>
                  </a:moveTo>
                  <a:lnTo>
                    <a:pt x="529" y="1521"/>
                  </a:lnTo>
                  <a:cubicBezTo>
                    <a:pt x="552" y="1529"/>
                    <a:pt x="575" y="1536"/>
                    <a:pt x="598" y="1541"/>
                  </a:cubicBezTo>
                  <a:lnTo>
                    <a:pt x="1541" y="598"/>
                  </a:lnTo>
                  <a:cubicBezTo>
                    <a:pt x="1535" y="575"/>
                    <a:pt x="1529" y="552"/>
                    <a:pt x="1521" y="530"/>
                  </a:cubicBezTo>
                  <a:moveTo>
                    <a:pt x="1467" y="407"/>
                  </a:moveTo>
                  <a:lnTo>
                    <a:pt x="406" y="1467"/>
                  </a:lnTo>
                  <a:cubicBezTo>
                    <a:pt x="426" y="1478"/>
                    <a:pt x="446" y="1488"/>
                    <a:pt x="465" y="1496"/>
                  </a:cubicBezTo>
                  <a:lnTo>
                    <a:pt x="1496" y="466"/>
                  </a:lnTo>
                  <a:cubicBezTo>
                    <a:pt x="1487" y="446"/>
                    <a:pt x="1478" y="426"/>
                    <a:pt x="1467" y="407"/>
                  </a:cubicBezTo>
                  <a:moveTo>
                    <a:pt x="1334" y="1334"/>
                  </a:moveTo>
                  <a:cubicBezTo>
                    <a:pt x="1409" y="1259"/>
                    <a:pt x="1466" y="1172"/>
                    <a:pt x="1504" y="1080"/>
                  </a:cubicBezTo>
                  <a:lnTo>
                    <a:pt x="1079" y="1504"/>
                  </a:lnTo>
                  <a:cubicBezTo>
                    <a:pt x="1172" y="1466"/>
                    <a:pt x="1259" y="1409"/>
                    <a:pt x="1334" y="1334"/>
                  </a:cubicBezTo>
                  <a:moveTo>
                    <a:pt x="1396" y="300"/>
                  </a:moveTo>
                  <a:lnTo>
                    <a:pt x="299" y="1397"/>
                  </a:lnTo>
                  <a:cubicBezTo>
                    <a:pt x="316" y="1410"/>
                    <a:pt x="333" y="1422"/>
                    <a:pt x="350" y="1434"/>
                  </a:cubicBezTo>
                  <a:lnTo>
                    <a:pt x="1434" y="351"/>
                  </a:lnTo>
                  <a:cubicBezTo>
                    <a:pt x="1422" y="333"/>
                    <a:pt x="1410" y="316"/>
                    <a:pt x="1396" y="300"/>
                  </a:cubicBezTo>
                  <a:moveTo>
                    <a:pt x="950" y="1545"/>
                  </a:moveTo>
                  <a:lnTo>
                    <a:pt x="1544" y="951"/>
                  </a:lnTo>
                  <a:cubicBezTo>
                    <a:pt x="1552" y="916"/>
                    <a:pt x="1557" y="881"/>
                    <a:pt x="1560" y="846"/>
                  </a:cubicBezTo>
                  <a:lnTo>
                    <a:pt x="845" y="1560"/>
                  </a:lnTo>
                  <a:cubicBezTo>
                    <a:pt x="881" y="1557"/>
                    <a:pt x="916" y="1552"/>
                    <a:pt x="950" y="1545"/>
                  </a:cubicBezTo>
                  <a:moveTo>
                    <a:pt x="1555" y="673"/>
                  </a:moveTo>
                  <a:lnTo>
                    <a:pt x="673" y="1556"/>
                  </a:lnTo>
                  <a:cubicBezTo>
                    <a:pt x="700" y="1559"/>
                    <a:pt x="727" y="1561"/>
                    <a:pt x="755" y="1562"/>
                  </a:cubicBezTo>
                  <a:lnTo>
                    <a:pt x="1562" y="755"/>
                  </a:lnTo>
                  <a:cubicBezTo>
                    <a:pt x="1562" y="728"/>
                    <a:pt x="1559" y="700"/>
                    <a:pt x="1555" y="673"/>
                  </a:cubicBezTo>
                  <a:moveTo>
                    <a:pt x="1212" y="129"/>
                  </a:moveTo>
                  <a:lnTo>
                    <a:pt x="128" y="1212"/>
                  </a:lnTo>
                  <a:cubicBezTo>
                    <a:pt x="140" y="1229"/>
                    <a:pt x="153" y="1247"/>
                    <a:pt x="166" y="1264"/>
                  </a:cubicBezTo>
                  <a:lnTo>
                    <a:pt x="1263" y="166"/>
                  </a:lnTo>
                  <a:cubicBezTo>
                    <a:pt x="1246" y="153"/>
                    <a:pt x="1230" y="141"/>
                    <a:pt x="1212" y="129"/>
                  </a:cubicBezTo>
                  <a:moveTo>
                    <a:pt x="229" y="229"/>
                  </a:moveTo>
                  <a:cubicBezTo>
                    <a:pt x="153" y="304"/>
                    <a:pt x="97" y="391"/>
                    <a:pt x="58" y="483"/>
                  </a:cubicBezTo>
                  <a:lnTo>
                    <a:pt x="483" y="59"/>
                  </a:lnTo>
                  <a:cubicBezTo>
                    <a:pt x="390" y="97"/>
                    <a:pt x="304" y="153"/>
                    <a:pt x="229" y="229"/>
                  </a:cubicBezTo>
                  <a:moveTo>
                    <a:pt x="612" y="18"/>
                  </a:moveTo>
                  <a:lnTo>
                    <a:pt x="18" y="612"/>
                  </a:lnTo>
                  <a:cubicBezTo>
                    <a:pt x="10" y="647"/>
                    <a:pt x="5" y="682"/>
                    <a:pt x="2" y="717"/>
                  </a:cubicBezTo>
                  <a:lnTo>
                    <a:pt x="717" y="3"/>
                  </a:lnTo>
                  <a:cubicBezTo>
                    <a:pt x="681" y="6"/>
                    <a:pt x="647" y="11"/>
                    <a:pt x="612" y="18"/>
                  </a:cubicBezTo>
                  <a:moveTo>
                    <a:pt x="1334" y="229"/>
                  </a:moveTo>
                  <a:cubicBezTo>
                    <a:pt x="1326" y="221"/>
                    <a:pt x="1319" y="214"/>
                    <a:pt x="1311" y="207"/>
                  </a:cubicBezTo>
                  <a:lnTo>
                    <a:pt x="207" y="1311"/>
                  </a:lnTo>
                  <a:cubicBezTo>
                    <a:pt x="214" y="1319"/>
                    <a:pt x="221" y="1327"/>
                    <a:pt x="229" y="1334"/>
                  </a:cubicBezTo>
                  <a:cubicBezTo>
                    <a:pt x="236" y="1341"/>
                    <a:pt x="244" y="1349"/>
                    <a:pt x="251" y="1356"/>
                  </a:cubicBezTo>
                  <a:lnTo>
                    <a:pt x="1355" y="252"/>
                  </a:lnTo>
                  <a:cubicBezTo>
                    <a:pt x="1348" y="244"/>
                    <a:pt x="1342" y="236"/>
                    <a:pt x="1334" y="229"/>
                  </a:cubicBezTo>
                  <a:moveTo>
                    <a:pt x="808" y="0"/>
                  </a:moveTo>
                  <a:lnTo>
                    <a:pt x="0" y="808"/>
                  </a:lnTo>
                  <a:cubicBezTo>
                    <a:pt x="1" y="835"/>
                    <a:pt x="3" y="863"/>
                    <a:pt x="7" y="890"/>
                  </a:cubicBezTo>
                  <a:lnTo>
                    <a:pt x="889" y="8"/>
                  </a:lnTo>
                  <a:cubicBezTo>
                    <a:pt x="862" y="4"/>
                    <a:pt x="835" y="2"/>
                    <a:pt x="808" y="0"/>
                  </a:cubicBezTo>
                  <a:moveTo>
                    <a:pt x="1097" y="66"/>
                  </a:moveTo>
                  <a:lnTo>
                    <a:pt x="66" y="1097"/>
                  </a:lnTo>
                  <a:cubicBezTo>
                    <a:pt x="75" y="1117"/>
                    <a:pt x="85" y="1137"/>
                    <a:pt x="95" y="1156"/>
                  </a:cubicBezTo>
                  <a:lnTo>
                    <a:pt x="1156" y="96"/>
                  </a:lnTo>
                  <a:cubicBezTo>
                    <a:pt x="1137" y="85"/>
                    <a:pt x="1117" y="75"/>
                    <a:pt x="1097" y="66"/>
                  </a:cubicBezTo>
                  <a:moveTo>
                    <a:pt x="1033" y="41"/>
                  </a:moveTo>
                  <a:lnTo>
                    <a:pt x="41" y="1033"/>
                  </a:lnTo>
                  <a:cubicBezTo>
                    <a:pt x="33" y="1011"/>
                    <a:pt x="27" y="988"/>
                    <a:pt x="21" y="965"/>
                  </a:cubicBezTo>
                  <a:lnTo>
                    <a:pt x="964" y="21"/>
                  </a:lnTo>
                  <a:cubicBezTo>
                    <a:pt x="987" y="27"/>
                    <a:pt x="1010" y="34"/>
                    <a:pt x="1033" y="4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" name="Google Shape;27;p4">
              <a:extLst>
                <a:ext uri="{FF2B5EF4-FFF2-40B4-BE49-F238E27FC236}">
                  <a16:creationId xmlns:a16="http://schemas.microsoft.com/office/drawing/2014/main" id="{B95E5DED-10AC-4B82-9AA2-69F689997645}"/>
                </a:ext>
              </a:extLst>
            </p:cNvPr>
            <p:cNvGrpSpPr/>
            <p:nvPr/>
          </p:nvGrpSpPr>
          <p:grpSpPr>
            <a:xfrm>
              <a:off x="74210" y="4281967"/>
              <a:ext cx="782500" cy="782500"/>
              <a:chOff x="189602" y="4465986"/>
              <a:chExt cx="782500" cy="782500"/>
            </a:xfrm>
          </p:grpSpPr>
          <p:sp>
            <p:nvSpPr>
              <p:cNvPr id="48" name="Google Shape;28;p4">
                <a:extLst>
                  <a:ext uri="{FF2B5EF4-FFF2-40B4-BE49-F238E27FC236}">
                    <a16:creationId xmlns:a16="http://schemas.microsoft.com/office/drawing/2014/main" id="{B53B0CC6-998F-4A2D-AC64-1FF18C464FFE}"/>
                  </a:ext>
                </a:extLst>
              </p:cNvPr>
              <p:cNvSpPr/>
              <p:nvPr/>
            </p:nvSpPr>
            <p:spPr>
              <a:xfrm>
                <a:off x="286835" y="4816143"/>
                <a:ext cx="335109" cy="335109"/>
              </a:xfrm>
              <a:custGeom>
                <a:avLst/>
                <a:gdLst/>
                <a:ahLst/>
                <a:cxnLst/>
                <a:rect l="l" t="t" r="r" b="b"/>
                <a:pathLst>
                  <a:path w="579" h="579" extrusionOk="0">
                    <a:moveTo>
                      <a:pt x="289" y="54"/>
                    </a:moveTo>
                    <a:cubicBezTo>
                      <a:pt x="160" y="54"/>
                      <a:pt x="54" y="160"/>
                      <a:pt x="54" y="290"/>
                    </a:cubicBezTo>
                    <a:cubicBezTo>
                      <a:pt x="54" y="420"/>
                      <a:pt x="160" y="525"/>
                      <a:pt x="289" y="525"/>
                    </a:cubicBezTo>
                    <a:cubicBezTo>
                      <a:pt x="419" y="525"/>
                      <a:pt x="525" y="420"/>
                      <a:pt x="525" y="290"/>
                    </a:cubicBezTo>
                    <a:cubicBezTo>
                      <a:pt x="525" y="160"/>
                      <a:pt x="419" y="54"/>
                      <a:pt x="289" y="54"/>
                    </a:cubicBezTo>
                    <a:moveTo>
                      <a:pt x="289" y="579"/>
                    </a:moveTo>
                    <a:cubicBezTo>
                      <a:pt x="130" y="579"/>
                      <a:pt x="0" y="449"/>
                      <a:pt x="0" y="290"/>
                    </a:cubicBezTo>
                    <a:cubicBezTo>
                      <a:pt x="0" y="130"/>
                      <a:pt x="130" y="0"/>
                      <a:pt x="289" y="0"/>
                    </a:cubicBezTo>
                    <a:cubicBezTo>
                      <a:pt x="449" y="0"/>
                      <a:pt x="579" y="130"/>
                      <a:pt x="579" y="290"/>
                    </a:cubicBezTo>
                    <a:cubicBezTo>
                      <a:pt x="579" y="449"/>
                      <a:pt x="449" y="579"/>
                      <a:pt x="289" y="57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" name="Google Shape;29;p4">
                <a:extLst>
                  <a:ext uri="{FF2B5EF4-FFF2-40B4-BE49-F238E27FC236}">
                    <a16:creationId xmlns:a16="http://schemas.microsoft.com/office/drawing/2014/main" id="{E39E3C80-3FB6-4833-8919-30757D854038}"/>
                  </a:ext>
                </a:extLst>
              </p:cNvPr>
              <p:cNvSpPr/>
              <p:nvPr/>
            </p:nvSpPr>
            <p:spPr>
              <a:xfrm>
                <a:off x="189602" y="4465986"/>
                <a:ext cx="782500" cy="782500"/>
              </a:xfrm>
              <a:custGeom>
                <a:avLst/>
                <a:gdLst/>
                <a:ahLst/>
                <a:cxnLst/>
                <a:rect l="l" t="t" r="r" b="b"/>
                <a:pathLst>
                  <a:path w="1352" h="1352" extrusionOk="0">
                    <a:moveTo>
                      <a:pt x="27" y="1352"/>
                    </a:moveTo>
                    <a:cubicBezTo>
                      <a:pt x="20" y="1352"/>
                      <a:pt x="13" y="1350"/>
                      <a:pt x="8" y="1344"/>
                    </a:cubicBezTo>
                    <a:cubicBezTo>
                      <a:pt x="-3" y="1334"/>
                      <a:pt x="-3" y="1317"/>
                      <a:pt x="8" y="1306"/>
                    </a:cubicBezTo>
                    <a:lnTo>
                      <a:pt x="1306" y="7"/>
                    </a:lnTo>
                    <a:cubicBezTo>
                      <a:pt x="1317" y="-3"/>
                      <a:pt x="1334" y="-3"/>
                      <a:pt x="1345" y="7"/>
                    </a:cubicBezTo>
                    <a:cubicBezTo>
                      <a:pt x="1355" y="18"/>
                      <a:pt x="1355" y="35"/>
                      <a:pt x="1345" y="46"/>
                    </a:cubicBezTo>
                    <a:lnTo>
                      <a:pt x="46" y="1344"/>
                    </a:lnTo>
                    <a:cubicBezTo>
                      <a:pt x="41" y="1350"/>
                      <a:pt x="34" y="1352"/>
                      <a:pt x="27" y="135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7" name="Google Shape;26;p4">
              <a:extLst>
                <a:ext uri="{FF2B5EF4-FFF2-40B4-BE49-F238E27FC236}">
                  <a16:creationId xmlns:a16="http://schemas.microsoft.com/office/drawing/2014/main" id="{D740E85F-E3B9-478D-8139-BE6A03FF735D}"/>
                </a:ext>
              </a:extLst>
            </p:cNvPr>
            <p:cNvSpPr/>
            <p:nvPr/>
          </p:nvSpPr>
          <p:spPr>
            <a:xfrm>
              <a:off x="-9894" y="4042871"/>
              <a:ext cx="488484" cy="489063"/>
            </a:xfrm>
            <a:custGeom>
              <a:avLst/>
              <a:gdLst/>
              <a:ahLst/>
              <a:cxnLst/>
              <a:rect l="l" t="t" r="r" b="b"/>
              <a:pathLst>
                <a:path w="844" h="845" extrusionOk="0">
                  <a:moveTo>
                    <a:pt x="420" y="845"/>
                  </a:moveTo>
                  <a:cubicBezTo>
                    <a:pt x="412" y="845"/>
                    <a:pt x="406" y="843"/>
                    <a:pt x="400" y="837"/>
                  </a:cubicBezTo>
                  <a:cubicBezTo>
                    <a:pt x="390" y="827"/>
                    <a:pt x="390" y="809"/>
                    <a:pt x="400" y="799"/>
                  </a:cubicBezTo>
                  <a:lnTo>
                    <a:pt x="717" y="483"/>
                  </a:lnTo>
                  <a:cubicBezTo>
                    <a:pt x="814" y="385"/>
                    <a:pt x="814" y="226"/>
                    <a:pt x="717" y="128"/>
                  </a:cubicBezTo>
                  <a:cubicBezTo>
                    <a:pt x="670" y="81"/>
                    <a:pt x="607" y="54"/>
                    <a:pt x="540" y="54"/>
                  </a:cubicBezTo>
                  <a:cubicBezTo>
                    <a:pt x="473" y="54"/>
                    <a:pt x="410" y="81"/>
                    <a:pt x="362" y="128"/>
                  </a:cubicBezTo>
                  <a:lnTo>
                    <a:pt x="46" y="444"/>
                  </a:lnTo>
                  <a:cubicBezTo>
                    <a:pt x="36" y="455"/>
                    <a:pt x="18" y="455"/>
                    <a:pt x="7" y="444"/>
                  </a:cubicBezTo>
                  <a:cubicBezTo>
                    <a:pt x="-3" y="434"/>
                    <a:pt x="-3" y="417"/>
                    <a:pt x="7" y="406"/>
                  </a:cubicBezTo>
                  <a:lnTo>
                    <a:pt x="324" y="90"/>
                  </a:lnTo>
                  <a:cubicBezTo>
                    <a:pt x="382" y="32"/>
                    <a:pt x="459" y="0"/>
                    <a:pt x="540" y="0"/>
                  </a:cubicBezTo>
                  <a:cubicBezTo>
                    <a:pt x="621" y="0"/>
                    <a:pt x="698" y="32"/>
                    <a:pt x="755" y="90"/>
                  </a:cubicBezTo>
                  <a:cubicBezTo>
                    <a:pt x="874" y="208"/>
                    <a:pt x="874" y="402"/>
                    <a:pt x="755" y="520"/>
                  </a:cubicBezTo>
                  <a:lnTo>
                    <a:pt x="439" y="837"/>
                  </a:lnTo>
                  <a:cubicBezTo>
                    <a:pt x="433" y="843"/>
                    <a:pt x="426" y="845"/>
                    <a:pt x="420" y="8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22E1B059-1F59-4DCF-8FA1-0317CC3FFAD5}"/>
              </a:ext>
            </a:extLst>
          </p:cNvPr>
          <p:cNvGrpSpPr/>
          <p:nvPr userDrawn="1"/>
        </p:nvGrpSpPr>
        <p:grpSpPr>
          <a:xfrm>
            <a:off x="622722" y="205751"/>
            <a:ext cx="7914210" cy="4426373"/>
            <a:chOff x="610016" y="233348"/>
            <a:chExt cx="7914210" cy="4426373"/>
          </a:xfrm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ABB2D2E0-FC1D-4FAB-9F61-EDBA4A775731}"/>
                </a:ext>
              </a:extLst>
            </p:cNvPr>
            <p:cNvSpPr/>
            <p:nvPr userDrawn="1"/>
          </p:nvSpPr>
          <p:spPr>
            <a:xfrm>
              <a:off x="610016" y="483779"/>
              <a:ext cx="7914210" cy="4175942"/>
            </a:xfrm>
            <a:prstGeom prst="roundRect">
              <a:avLst>
                <a:gd name="adj" fmla="val 4015"/>
              </a:avLst>
            </a:prstGeom>
            <a:solidFill>
              <a:schemeClr val="accent6"/>
            </a:solidFill>
            <a:ln>
              <a:solidFill>
                <a:srgbClr val="3B635A"/>
              </a:solidFill>
            </a:ln>
            <a:effectLst>
              <a:outerShdw blurRad="63500" sx="103000" sy="103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635A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980691F8-BC3A-4DE0-A451-E9A94A69EEC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7778524" y="233348"/>
              <a:ext cx="571418" cy="572700"/>
            </a:xfrm>
            <a:prstGeom prst="rect">
              <a:avLst/>
            </a:prstGeom>
          </p:spPr>
        </p:pic>
      </p:grpSp>
      <p:sp>
        <p:nvSpPr>
          <p:cNvPr id="55" name="TXT12">
            <a:extLst>
              <a:ext uri="{FF2B5EF4-FFF2-40B4-BE49-F238E27FC236}">
                <a16:creationId xmlns:a16="http://schemas.microsoft.com/office/drawing/2014/main" id="{5468414B-5BBE-44FA-B670-212500EB0DD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04050" y="3870889"/>
            <a:ext cx="3512820" cy="384175"/>
          </a:xfrm>
        </p:spPr>
        <p:txBody>
          <a:bodyPr anchor="t"/>
          <a:lstStyle>
            <a:lvl1pPr marL="0" indent="0" algn="ctr">
              <a:buNone/>
              <a:tabLst/>
              <a:defRPr sz="1600">
                <a:solidFill>
                  <a:srgbClr val="3B635A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54" name="TXT11">
            <a:extLst>
              <a:ext uri="{FF2B5EF4-FFF2-40B4-BE49-F238E27FC236}">
                <a16:creationId xmlns:a16="http://schemas.microsoft.com/office/drawing/2014/main" id="{D5D2AA94-45D0-4956-9BDE-40B0DB4BC7C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704050" y="3544450"/>
            <a:ext cx="3512820" cy="384175"/>
          </a:xfrm>
        </p:spPr>
        <p:txBody>
          <a:bodyPr anchor="t"/>
          <a:lstStyle>
            <a:lvl1pPr marL="0" indent="0" algn="ctr">
              <a:buNone/>
              <a:tabLst/>
              <a:defRPr sz="1800">
                <a:solidFill>
                  <a:srgbClr val="3B635A"/>
                </a:solidFill>
                <a:latin typeface="Nunito Black" panose="00000A00000000000000" pitchFamily="2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53" name="TXT10">
            <a:extLst>
              <a:ext uri="{FF2B5EF4-FFF2-40B4-BE49-F238E27FC236}">
                <a16:creationId xmlns:a16="http://schemas.microsoft.com/office/drawing/2014/main" id="{FA0828E0-C9F6-4152-9C56-050AD5BDF5C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93350" y="2972029"/>
            <a:ext cx="734219" cy="572701"/>
          </a:xfrm>
          <a:blipFill>
            <a:blip r:embed="rId4"/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tabLst>
                <a:tab pos="0" algn="l"/>
              </a:tabLst>
              <a:defRPr sz="3200" b="1">
                <a:solidFill>
                  <a:srgbClr val="3B635A"/>
                </a:solidFill>
                <a:latin typeface="Fry Pro" pitchFamily="50" charset="0"/>
              </a:defRPr>
            </a:lvl1pPr>
          </a:lstStyle>
          <a:p>
            <a:pPr lvl="0"/>
            <a:r>
              <a:rPr lang="en-US"/>
              <a:t>X</a:t>
            </a:r>
          </a:p>
        </p:txBody>
      </p:sp>
      <p:sp>
        <p:nvSpPr>
          <p:cNvPr id="39" name="TXT9">
            <a:extLst>
              <a:ext uri="{FF2B5EF4-FFF2-40B4-BE49-F238E27FC236}">
                <a16:creationId xmlns:a16="http://schemas.microsoft.com/office/drawing/2014/main" id="{CE658C14-0FD1-4C32-8910-7CE55092E0A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45820" y="3870889"/>
            <a:ext cx="3512820" cy="384175"/>
          </a:xfrm>
        </p:spPr>
        <p:txBody>
          <a:bodyPr anchor="t"/>
          <a:lstStyle>
            <a:lvl1pPr marL="0" indent="0" algn="ctr">
              <a:buNone/>
              <a:tabLst/>
              <a:defRPr sz="1600">
                <a:solidFill>
                  <a:srgbClr val="3B635A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3" name="TXT8">
            <a:extLst>
              <a:ext uri="{FF2B5EF4-FFF2-40B4-BE49-F238E27FC236}">
                <a16:creationId xmlns:a16="http://schemas.microsoft.com/office/drawing/2014/main" id="{B31E6DD6-2EFE-4E9C-8270-2C5FD39027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5820" y="3544450"/>
            <a:ext cx="3512820" cy="384175"/>
          </a:xfrm>
        </p:spPr>
        <p:txBody>
          <a:bodyPr anchor="t"/>
          <a:lstStyle>
            <a:lvl1pPr marL="0" indent="0" algn="ctr">
              <a:buNone/>
              <a:tabLst/>
              <a:defRPr sz="1800">
                <a:solidFill>
                  <a:srgbClr val="3B635A"/>
                </a:solidFill>
                <a:latin typeface="Nunito Black" panose="00000A00000000000000" pitchFamily="2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2" name="TXT7">
            <a:extLst>
              <a:ext uri="{FF2B5EF4-FFF2-40B4-BE49-F238E27FC236}">
                <a16:creationId xmlns:a16="http://schemas.microsoft.com/office/drawing/2014/main" id="{CE750C0A-FF78-4417-9374-B95C6ECC094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35120" y="2972029"/>
            <a:ext cx="734219" cy="572701"/>
          </a:xfrm>
          <a:blipFill>
            <a:blip r:embed="rId4"/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tabLst>
                <a:tab pos="0" algn="l"/>
              </a:tabLst>
              <a:defRPr sz="3200" b="1">
                <a:solidFill>
                  <a:srgbClr val="3B635A"/>
                </a:solidFill>
                <a:latin typeface="Fry Pro" pitchFamily="50" charset="0"/>
              </a:defRPr>
            </a:lvl1pPr>
          </a:lstStyle>
          <a:p>
            <a:pPr lvl="0"/>
            <a:r>
              <a:rPr lang="en-US"/>
              <a:t>X</a:t>
            </a:r>
          </a:p>
        </p:txBody>
      </p:sp>
      <p:sp>
        <p:nvSpPr>
          <p:cNvPr id="68" name="TXT6">
            <a:extLst>
              <a:ext uri="{FF2B5EF4-FFF2-40B4-BE49-F238E27FC236}">
                <a16:creationId xmlns:a16="http://schemas.microsoft.com/office/drawing/2014/main" id="{DFF8680A-7F08-4E3D-8671-1F13FF74291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07051" y="2375353"/>
            <a:ext cx="3512820" cy="384175"/>
          </a:xfrm>
        </p:spPr>
        <p:txBody>
          <a:bodyPr anchor="t"/>
          <a:lstStyle>
            <a:lvl1pPr marL="0" indent="0" algn="ctr">
              <a:buNone/>
              <a:tabLst/>
              <a:defRPr sz="1600">
                <a:solidFill>
                  <a:srgbClr val="3B635A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67" name="TXT5">
            <a:extLst>
              <a:ext uri="{FF2B5EF4-FFF2-40B4-BE49-F238E27FC236}">
                <a16:creationId xmlns:a16="http://schemas.microsoft.com/office/drawing/2014/main" id="{09621BA8-C0F7-4D30-8B70-34C6491892B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07051" y="2048914"/>
            <a:ext cx="3512820" cy="384175"/>
          </a:xfrm>
        </p:spPr>
        <p:txBody>
          <a:bodyPr anchor="t"/>
          <a:lstStyle>
            <a:lvl1pPr marL="0" indent="0" algn="ctr">
              <a:buNone/>
              <a:tabLst/>
              <a:defRPr sz="1800">
                <a:solidFill>
                  <a:srgbClr val="3B635A"/>
                </a:solidFill>
                <a:latin typeface="Nunito Black" panose="00000A00000000000000" pitchFamily="2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66" name="TXT4">
            <a:extLst>
              <a:ext uri="{FF2B5EF4-FFF2-40B4-BE49-F238E27FC236}">
                <a16:creationId xmlns:a16="http://schemas.microsoft.com/office/drawing/2014/main" id="{C18446E6-5C7F-47FD-B727-FF2A1FAF00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351" y="1476493"/>
            <a:ext cx="734219" cy="572701"/>
          </a:xfrm>
          <a:blipFill>
            <a:blip r:embed="rId4"/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tabLst>
                <a:tab pos="0" algn="l"/>
              </a:tabLst>
              <a:defRPr sz="3200" b="1">
                <a:solidFill>
                  <a:srgbClr val="3B635A"/>
                </a:solidFill>
                <a:latin typeface="Fry Pro" pitchFamily="50" charset="0"/>
              </a:defRPr>
            </a:lvl1pPr>
          </a:lstStyle>
          <a:p>
            <a:pPr lvl="0"/>
            <a:r>
              <a:rPr lang="en-US"/>
              <a:t>X</a:t>
            </a:r>
          </a:p>
        </p:txBody>
      </p:sp>
      <p:sp>
        <p:nvSpPr>
          <p:cNvPr id="62" name="TXT3">
            <a:extLst>
              <a:ext uri="{FF2B5EF4-FFF2-40B4-BE49-F238E27FC236}">
                <a16:creationId xmlns:a16="http://schemas.microsoft.com/office/drawing/2014/main" id="{967322B0-D651-4F91-8ADB-35544ECF90B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45820" y="2375353"/>
            <a:ext cx="3512820" cy="384175"/>
          </a:xfrm>
        </p:spPr>
        <p:txBody>
          <a:bodyPr anchor="t"/>
          <a:lstStyle>
            <a:lvl1pPr marL="0" indent="0" algn="ctr">
              <a:buNone/>
              <a:tabLst/>
              <a:defRPr sz="1600">
                <a:solidFill>
                  <a:srgbClr val="3B635A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61" name="TXT2">
            <a:extLst>
              <a:ext uri="{FF2B5EF4-FFF2-40B4-BE49-F238E27FC236}">
                <a16:creationId xmlns:a16="http://schemas.microsoft.com/office/drawing/2014/main" id="{2E844B0B-FE54-4047-884E-1B6C92EAA1F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45820" y="2048914"/>
            <a:ext cx="3512820" cy="384175"/>
          </a:xfrm>
        </p:spPr>
        <p:txBody>
          <a:bodyPr anchor="t"/>
          <a:lstStyle>
            <a:lvl1pPr marL="0" indent="0" algn="ctr">
              <a:buNone/>
              <a:tabLst/>
              <a:defRPr sz="1800">
                <a:solidFill>
                  <a:srgbClr val="3B635A"/>
                </a:solidFill>
                <a:latin typeface="Nunito Black" panose="00000A00000000000000" pitchFamily="2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59" name="TXT1">
            <a:extLst>
              <a:ext uri="{FF2B5EF4-FFF2-40B4-BE49-F238E27FC236}">
                <a16:creationId xmlns:a16="http://schemas.microsoft.com/office/drawing/2014/main" id="{4A91DBC4-CECD-47E9-B0FB-8448754ACC8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35120" y="1476353"/>
            <a:ext cx="734219" cy="572701"/>
          </a:xfrm>
          <a:blipFill>
            <a:blip r:embed="rId4"/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tabLst>
                <a:tab pos="0" algn="l"/>
              </a:tabLst>
              <a:defRPr sz="3200" b="1">
                <a:solidFill>
                  <a:srgbClr val="3B635A"/>
                </a:solidFill>
                <a:latin typeface="Fry Pro" pitchFamily="50" charset="0"/>
              </a:defRPr>
            </a:lvl1pPr>
          </a:lstStyle>
          <a:p>
            <a:pPr lvl="0"/>
            <a:r>
              <a:rPr lang="en-US"/>
              <a:t>X</a:t>
            </a:r>
          </a:p>
        </p:txBody>
      </p:sp>
      <p:sp>
        <p:nvSpPr>
          <p:cNvPr id="52" name="TITLE">
            <a:extLst>
              <a:ext uri="{FF2B5EF4-FFF2-40B4-BE49-F238E27FC236}">
                <a16:creationId xmlns:a16="http://schemas.microsoft.com/office/drawing/2014/main" id="{832DB6EF-B50B-403B-8D8F-FD12A433E2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5808" y="620997"/>
            <a:ext cx="7875470" cy="572700"/>
          </a:xfrm>
        </p:spPr>
        <p:txBody>
          <a:bodyPr anchor="ctr"/>
          <a:lstStyle>
            <a:lvl1pPr>
              <a:defRPr sz="3200">
                <a:solidFill>
                  <a:srgbClr val="3B635A"/>
                </a:solidFill>
                <a:latin typeface="Nunito Black" panose="00000A00000000000000" pitchFamily="2" charset="0"/>
              </a:defRPr>
            </a:lvl1pPr>
          </a:lstStyle>
          <a:p>
            <a:r>
              <a:rPr lang="en-US"/>
              <a:t>TABLES OF CONTENTS</a:t>
            </a:r>
          </a:p>
        </p:txBody>
      </p:sp>
    </p:spTree>
    <p:extLst>
      <p:ext uri="{BB962C8B-B14F-4D97-AF65-F5344CB8AC3E}">
        <p14:creationId xmlns:p14="http://schemas.microsoft.com/office/powerpoint/2010/main" val="221812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.tbcontent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Moon 19">
            <a:extLst>
              <a:ext uri="{FF2B5EF4-FFF2-40B4-BE49-F238E27FC236}">
                <a16:creationId xmlns:a16="http://schemas.microsoft.com/office/drawing/2014/main" id="{24FB68CB-EF86-4BA8-BE6C-89DD236FAED2}"/>
              </a:ext>
            </a:extLst>
          </p:cNvPr>
          <p:cNvSpPr/>
          <p:nvPr userDrawn="1"/>
        </p:nvSpPr>
        <p:spPr>
          <a:xfrm>
            <a:off x="-1028816" y="-1861657"/>
            <a:ext cx="4437020" cy="8866813"/>
          </a:xfrm>
          <a:prstGeom prst="moon">
            <a:avLst>
              <a:gd name="adj" fmla="val 87168"/>
            </a:avLst>
          </a:prstGeom>
          <a:solidFill>
            <a:srgbClr val="3B635A"/>
          </a:solidFill>
          <a:ln>
            <a:solidFill>
              <a:srgbClr val="3B63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EDDE81B-9356-49B5-A280-ECE70E9E8C0B}"/>
              </a:ext>
            </a:extLst>
          </p:cNvPr>
          <p:cNvGrpSpPr/>
          <p:nvPr userDrawn="1"/>
        </p:nvGrpSpPr>
        <p:grpSpPr>
          <a:xfrm>
            <a:off x="622722" y="182838"/>
            <a:ext cx="7914210" cy="4449286"/>
            <a:chOff x="610016" y="210435"/>
            <a:chExt cx="7914210" cy="4449286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6665F8A1-124E-4E6B-82B3-DE5604A07E3F}"/>
                </a:ext>
              </a:extLst>
            </p:cNvPr>
            <p:cNvSpPr/>
            <p:nvPr userDrawn="1"/>
          </p:nvSpPr>
          <p:spPr>
            <a:xfrm>
              <a:off x="610016" y="483779"/>
              <a:ext cx="7914210" cy="4175942"/>
            </a:xfrm>
            <a:prstGeom prst="roundRect">
              <a:avLst>
                <a:gd name="adj" fmla="val 3285"/>
              </a:avLst>
            </a:prstGeom>
            <a:solidFill>
              <a:schemeClr val="accent6"/>
            </a:solidFill>
            <a:ln>
              <a:solidFill>
                <a:srgbClr val="3B635A"/>
              </a:solidFill>
            </a:ln>
            <a:effectLst>
              <a:outerShdw blurRad="139700" sx="103000" sy="103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635A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8B1FB09A-3AF8-4395-91AF-6A4891BB76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7823230" y="210435"/>
              <a:ext cx="571418" cy="572700"/>
            </a:xfrm>
            <a:prstGeom prst="rect">
              <a:avLst/>
            </a:prstGeom>
          </p:spPr>
        </p:pic>
      </p:grpSp>
      <p:sp>
        <p:nvSpPr>
          <p:cNvPr id="4" name="FOOTNUM">
            <a:extLst>
              <a:ext uri="{FF2B5EF4-FFF2-40B4-BE49-F238E27FC236}">
                <a16:creationId xmlns:a16="http://schemas.microsoft.com/office/drawing/2014/main" id="{78972F26-4D51-4F12-A729-1F305098359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1AEE1A3-1EFC-485D-B2C8-59C4EE8823F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TXT9">
            <a:extLst>
              <a:ext uri="{FF2B5EF4-FFF2-40B4-BE49-F238E27FC236}">
                <a16:creationId xmlns:a16="http://schemas.microsoft.com/office/drawing/2014/main" id="{425BFACB-01FA-427A-AF19-7C344C17120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994649" y="3986152"/>
            <a:ext cx="5840470" cy="408937"/>
          </a:xfrm>
        </p:spPr>
        <p:txBody>
          <a:bodyPr anchor="t"/>
          <a:lstStyle>
            <a:lvl1pPr marL="0" indent="0">
              <a:buNone/>
              <a:tabLst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18" name="TXT8">
            <a:extLst>
              <a:ext uri="{FF2B5EF4-FFF2-40B4-BE49-F238E27FC236}">
                <a16:creationId xmlns:a16="http://schemas.microsoft.com/office/drawing/2014/main" id="{EA10D309-A43A-4C04-845A-B7B861B12DA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995465" y="3662986"/>
            <a:ext cx="5840470" cy="376475"/>
          </a:xfrm>
        </p:spPr>
        <p:txBody>
          <a:bodyPr anchor="t"/>
          <a:lstStyle>
            <a:lvl1pPr marL="0" indent="0">
              <a:buNone/>
              <a:defRPr sz="1800">
                <a:solidFill>
                  <a:srgbClr val="00602B"/>
                </a:solidFill>
                <a:latin typeface="Nunito Black" panose="00000A00000000000000" pitchFamily="2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17" name="TXT7">
            <a:extLst>
              <a:ext uri="{FF2B5EF4-FFF2-40B4-BE49-F238E27FC236}">
                <a16:creationId xmlns:a16="http://schemas.microsoft.com/office/drawing/2014/main" id="{A41525A1-A626-4952-90BA-44941A4505F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72703" y="3621332"/>
            <a:ext cx="882859" cy="802109"/>
          </a:xfr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noFill/>
          </a:ln>
        </p:spPr>
        <p:txBody>
          <a:bodyPr anchor="ctr"/>
          <a:lstStyle>
            <a:lvl1pPr marL="0" indent="0" algn="ctr">
              <a:buNone/>
              <a:tabLst>
                <a:tab pos="0" algn="l"/>
              </a:tabLst>
              <a:defRPr sz="3200" b="1">
                <a:solidFill>
                  <a:srgbClr val="4E8378"/>
                </a:solidFill>
                <a:latin typeface="Fry Pro" pitchFamily="50" charset="0"/>
              </a:defRPr>
            </a:lvl1pPr>
          </a:lstStyle>
          <a:p>
            <a:pPr lvl="0"/>
            <a:r>
              <a:rPr lang="en-US"/>
              <a:t>X%</a:t>
            </a:r>
          </a:p>
        </p:txBody>
      </p:sp>
      <p:sp>
        <p:nvSpPr>
          <p:cNvPr id="10" name="TXT6">
            <a:extLst>
              <a:ext uri="{FF2B5EF4-FFF2-40B4-BE49-F238E27FC236}">
                <a16:creationId xmlns:a16="http://schemas.microsoft.com/office/drawing/2014/main" id="{BEE8451F-E617-4F6F-A664-AFD2D584057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994649" y="2893300"/>
            <a:ext cx="5840470" cy="408937"/>
          </a:xfrm>
        </p:spPr>
        <p:txBody>
          <a:bodyPr anchor="t"/>
          <a:lstStyle>
            <a:lvl1pPr marL="0" indent="0">
              <a:buNone/>
              <a:tabLst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9" name="TXT5">
            <a:extLst>
              <a:ext uri="{FF2B5EF4-FFF2-40B4-BE49-F238E27FC236}">
                <a16:creationId xmlns:a16="http://schemas.microsoft.com/office/drawing/2014/main" id="{ACA70103-9506-4EE5-AFB8-0CF83F24FC8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995465" y="2570134"/>
            <a:ext cx="5840470" cy="376475"/>
          </a:xfrm>
        </p:spPr>
        <p:txBody>
          <a:bodyPr anchor="t"/>
          <a:lstStyle>
            <a:lvl1pPr marL="0" indent="0">
              <a:buNone/>
              <a:defRPr sz="1800">
                <a:solidFill>
                  <a:srgbClr val="00602B"/>
                </a:solidFill>
                <a:latin typeface="Nunito Black" panose="00000A00000000000000" pitchFamily="2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8" name="TXT4">
            <a:extLst>
              <a:ext uri="{FF2B5EF4-FFF2-40B4-BE49-F238E27FC236}">
                <a16:creationId xmlns:a16="http://schemas.microsoft.com/office/drawing/2014/main" id="{3540DFD6-32C0-45F3-A37E-58B08F58FD9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72703" y="2528480"/>
            <a:ext cx="882859" cy="802109"/>
          </a:xfr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noFill/>
          </a:ln>
        </p:spPr>
        <p:txBody>
          <a:bodyPr anchor="ctr"/>
          <a:lstStyle>
            <a:lvl1pPr marL="0" indent="0" algn="ctr">
              <a:buNone/>
              <a:tabLst>
                <a:tab pos="0" algn="l"/>
              </a:tabLst>
              <a:defRPr sz="3200" b="1">
                <a:solidFill>
                  <a:srgbClr val="4E8378"/>
                </a:solidFill>
                <a:latin typeface="Fry Pro" pitchFamily="50" charset="0"/>
              </a:defRPr>
            </a:lvl1pPr>
          </a:lstStyle>
          <a:p>
            <a:pPr lvl="0"/>
            <a:r>
              <a:rPr lang="en-US"/>
              <a:t>X%</a:t>
            </a:r>
          </a:p>
        </p:txBody>
      </p:sp>
      <p:sp>
        <p:nvSpPr>
          <p:cNvPr id="7" name="TXT3">
            <a:extLst>
              <a:ext uri="{FF2B5EF4-FFF2-40B4-BE49-F238E27FC236}">
                <a16:creationId xmlns:a16="http://schemas.microsoft.com/office/drawing/2014/main" id="{DCC5F9F1-4A42-4A8A-BF19-F769D80796E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995465" y="1800448"/>
            <a:ext cx="5840470" cy="408937"/>
          </a:xfrm>
        </p:spPr>
        <p:txBody>
          <a:bodyPr anchor="t"/>
          <a:lstStyle>
            <a:lvl1pPr marL="0" indent="0">
              <a:buNone/>
              <a:tabLst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TXT2">
            <a:extLst>
              <a:ext uri="{FF2B5EF4-FFF2-40B4-BE49-F238E27FC236}">
                <a16:creationId xmlns:a16="http://schemas.microsoft.com/office/drawing/2014/main" id="{AAB1D43A-7579-4B10-A0F6-77DF9D80F4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996281" y="1477282"/>
            <a:ext cx="5840470" cy="376475"/>
          </a:xfrm>
        </p:spPr>
        <p:txBody>
          <a:bodyPr anchor="t"/>
          <a:lstStyle>
            <a:lvl1pPr marL="0" indent="0">
              <a:buNone/>
              <a:defRPr sz="1800">
                <a:solidFill>
                  <a:srgbClr val="00602B"/>
                </a:solidFill>
                <a:latin typeface="Nunito Black" panose="00000A00000000000000" pitchFamily="2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TXT1">
            <a:extLst>
              <a:ext uri="{FF2B5EF4-FFF2-40B4-BE49-F238E27FC236}">
                <a16:creationId xmlns:a16="http://schemas.microsoft.com/office/drawing/2014/main" id="{A4A18C5E-B110-4B87-9A4A-188110C5FA3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3519" y="1435628"/>
            <a:ext cx="882859" cy="802109"/>
          </a:xfr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noFill/>
          </a:ln>
        </p:spPr>
        <p:txBody>
          <a:bodyPr anchor="ctr"/>
          <a:lstStyle>
            <a:lvl1pPr marL="0" indent="0" algn="ctr">
              <a:buNone/>
              <a:tabLst>
                <a:tab pos="0" algn="l"/>
              </a:tabLst>
              <a:defRPr sz="3200" b="1">
                <a:solidFill>
                  <a:srgbClr val="4E8378"/>
                </a:solidFill>
                <a:latin typeface="Fry Pro" pitchFamily="50" charset="0"/>
              </a:defRPr>
            </a:lvl1pPr>
          </a:lstStyle>
          <a:p>
            <a:pPr lvl="0"/>
            <a:r>
              <a:rPr lang="en-US"/>
              <a:t>X%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BFDFC338-C30A-4B96-9B14-257C7520E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7172" y="477974"/>
            <a:ext cx="6538763" cy="572700"/>
          </a:xfrm>
        </p:spPr>
        <p:txBody>
          <a:bodyPr/>
          <a:lstStyle>
            <a:lvl1pPr>
              <a:defRPr sz="3200">
                <a:solidFill>
                  <a:srgbClr val="3B635A"/>
                </a:solidFill>
                <a:latin typeface="Nunito Black" panose="00000A00000000000000" pitchFamily="2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029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.h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47C56BE9-5F40-4650-837B-C2EE1FFCF14D}"/>
              </a:ext>
            </a:extLst>
          </p:cNvPr>
          <p:cNvSpPr/>
          <p:nvPr userDrawn="1"/>
        </p:nvSpPr>
        <p:spPr>
          <a:xfrm>
            <a:off x="2704949" y="-1429400"/>
            <a:ext cx="7550222" cy="7493945"/>
          </a:xfrm>
          <a:prstGeom prst="ellipse">
            <a:avLst/>
          </a:prstGeom>
          <a:solidFill>
            <a:srgbClr val="3B635A"/>
          </a:solidFill>
          <a:ln>
            <a:solidFill>
              <a:srgbClr val="3B63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70B3380-6970-4881-9977-61C6138264B4}"/>
              </a:ext>
            </a:extLst>
          </p:cNvPr>
          <p:cNvSpPr/>
          <p:nvPr userDrawn="1"/>
        </p:nvSpPr>
        <p:spPr>
          <a:xfrm>
            <a:off x="3432717" y="-1429400"/>
            <a:ext cx="7550222" cy="7493945"/>
          </a:xfrm>
          <a:prstGeom prst="ellipse">
            <a:avLst/>
          </a:prstGeom>
          <a:solidFill>
            <a:srgbClr val="4E8378"/>
          </a:solidFill>
          <a:ln>
            <a:solidFill>
              <a:srgbClr val="4E837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FBB9316-E015-476C-BAD4-12F6FC328F8F}"/>
              </a:ext>
            </a:extLst>
          </p:cNvPr>
          <p:cNvSpPr/>
          <p:nvPr userDrawn="1"/>
        </p:nvSpPr>
        <p:spPr>
          <a:xfrm>
            <a:off x="4160484" y="-1422151"/>
            <a:ext cx="7550222" cy="7493945"/>
          </a:xfrm>
          <a:prstGeom prst="ellipse">
            <a:avLst/>
          </a:prstGeom>
          <a:solidFill>
            <a:srgbClr val="274932"/>
          </a:solidFill>
          <a:ln>
            <a:solidFill>
              <a:srgbClr val="1D37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oogle Shape;13;p3">
            <a:extLst>
              <a:ext uri="{FF2B5EF4-FFF2-40B4-BE49-F238E27FC236}">
                <a16:creationId xmlns:a16="http://schemas.microsoft.com/office/drawing/2014/main" id="{E7992B30-82AA-49DE-B277-E1B88AE2B0FC}"/>
              </a:ext>
            </a:extLst>
          </p:cNvPr>
          <p:cNvPicPr preferRelativeResize="0"/>
          <p:nvPr userDrawn="1"/>
        </p:nvPicPr>
        <p:blipFill rotWithShape="1">
          <a:blip r:embed="rId2">
            <a:alphaModFix amt="70000"/>
          </a:blip>
          <a:srcRect l="64606"/>
          <a:stretch/>
        </p:blipFill>
        <p:spPr>
          <a:xfrm>
            <a:off x="5907622" y="0"/>
            <a:ext cx="3236398" cy="5143476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rgbClr val="000000">
                <a:alpha val="64000"/>
              </a:srgbClr>
            </a:outerShdw>
          </a:effec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BFC9624A-0F68-4B9E-A72A-A48FB06C8D9E}"/>
              </a:ext>
            </a:extLst>
          </p:cNvPr>
          <p:cNvGrpSpPr/>
          <p:nvPr userDrawn="1"/>
        </p:nvGrpSpPr>
        <p:grpSpPr>
          <a:xfrm>
            <a:off x="459968" y="594000"/>
            <a:ext cx="7914210" cy="3690000"/>
            <a:chOff x="459968" y="594000"/>
            <a:chExt cx="7914210" cy="3690000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00E19A00-A0F3-4EB8-AB31-BF45C295F940}"/>
                </a:ext>
              </a:extLst>
            </p:cNvPr>
            <p:cNvSpPr/>
            <p:nvPr userDrawn="1"/>
          </p:nvSpPr>
          <p:spPr>
            <a:xfrm>
              <a:off x="459968" y="606612"/>
              <a:ext cx="7914210" cy="3663533"/>
            </a:xfrm>
            <a:prstGeom prst="roundRect">
              <a:avLst>
                <a:gd name="adj" fmla="val 2941"/>
              </a:avLst>
            </a:prstGeom>
            <a:solidFill>
              <a:schemeClr val="accent6"/>
            </a:solidFill>
            <a:ln cap="sq">
              <a:solidFill>
                <a:srgbClr val="3B635A"/>
              </a:solidFill>
            </a:ln>
            <a:effectLst>
              <a:outerShdw blurRad="63500" sx="101000" sy="101000" algn="ctr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79419C58-0332-4B39-8F05-843D0034DAA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98480" y="594000"/>
              <a:ext cx="0" cy="3690000"/>
            </a:xfrm>
            <a:prstGeom prst="line">
              <a:avLst/>
            </a:prstGeom>
            <a:ln w="114300">
              <a:solidFill>
                <a:srgbClr val="3B635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oogle Shape;179;p24">
            <a:extLst>
              <a:ext uri="{FF2B5EF4-FFF2-40B4-BE49-F238E27FC236}">
                <a16:creationId xmlns:a16="http://schemas.microsoft.com/office/drawing/2014/main" id="{F8775494-A710-4E59-959C-415C37BE0020}"/>
              </a:ext>
            </a:extLst>
          </p:cNvPr>
          <p:cNvGrpSpPr/>
          <p:nvPr userDrawn="1"/>
        </p:nvGrpSpPr>
        <p:grpSpPr>
          <a:xfrm>
            <a:off x="7300686" y="725436"/>
            <a:ext cx="983625" cy="2051578"/>
            <a:chOff x="7138305" y="-514637"/>
            <a:chExt cx="2733235" cy="6161707"/>
          </a:xfrm>
          <a:effectLst>
            <a:outerShdw blurRad="50800" dist="50800" dir="5400000" sx="1000" sy="1000" algn="ctr" rotWithShape="0">
              <a:srgbClr val="000000">
                <a:alpha val="0"/>
              </a:srgbClr>
            </a:outerShdw>
          </a:effectLst>
        </p:grpSpPr>
        <p:grpSp>
          <p:nvGrpSpPr>
            <p:cNvPr id="15" name="Google Shape;180;p24">
              <a:extLst>
                <a:ext uri="{FF2B5EF4-FFF2-40B4-BE49-F238E27FC236}">
                  <a16:creationId xmlns:a16="http://schemas.microsoft.com/office/drawing/2014/main" id="{3BC40E73-FE23-4980-9872-B20D1C70B2D9}"/>
                </a:ext>
              </a:extLst>
            </p:cNvPr>
            <p:cNvGrpSpPr/>
            <p:nvPr/>
          </p:nvGrpSpPr>
          <p:grpSpPr>
            <a:xfrm>
              <a:off x="7453739" y="1762646"/>
              <a:ext cx="1961448" cy="1961448"/>
              <a:chOff x="3335760" y="960480"/>
              <a:chExt cx="1286280" cy="1286280"/>
            </a:xfrm>
          </p:grpSpPr>
          <p:sp>
            <p:nvSpPr>
              <p:cNvPr id="33" name="Google Shape;181;p24">
                <a:extLst>
                  <a:ext uri="{FF2B5EF4-FFF2-40B4-BE49-F238E27FC236}">
                    <a16:creationId xmlns:a16="http://schemas.microsoft.com/office/drawing/2014/main" id="{5AF65242-3775-4349-BC6D-017939EF3C95}"/>
                  </a:ext>
                </a:extLst>
              </p:cNvPr>
              <p:cNvSpPr/>
              <p:nvPr/>
            </p:nvSpPr>
            <p:spPr>
              <a:xfrm>
                <a:off x="3335760" y="960480"/>
                <a:ext cx="1286280" cy="1286280"/>
              </a:xfrm>
              <a:custGeom>
                <a:avLst/>
                <a:gdLst/>
                <a:ahLst/>
                <a:cxnLst/>
                <a:rect l="l" t="t" r="r" b="b"/>
                <a:pathLst>
                  <a:path w="3573" h="3573" extrusionOk="0">
                    <a:moveTo>
                      <a:pt x="1786" y="3573"/>
                    </a:moveTo>
                    <a:cubicBezTo>
                      <a:pt x="1771" y="3573"/>
                      <a:pt x="1759" y="3560"/>
                      <a:pt x="1759" y="3546"/>
                    </a:cubicBezTo>
                    <a:cubicBezTo>
                      <a:pt x="1759" y="3531"/>
                      <a:pt x="1771" y="3518"/>
                      <a:pt x="1786" y="3518"/>
                    </a:cubicBezTo>
                    <a:cubicBezTo>
                      <a:pt x="2741" y="3518"/>
                      <a:pt x="3518" y="2742"/>
                      <a:pt x="3518" y="1786"/>
                    </a:cubicBezTo>
                    <a:cubicBezTo>
                      <a:pt x="3518" y="831"/>
                      <a:pt x="2741" y="55"/>
                      <a:pt x="1786" y="55"/>
                    </a:cubicBezTo>
                    <a:cubicBezTo>
                      <a:pt x="831" y="55"/>
                      <a:pt x="54" y="831"/>
                      <a:pt x="54" y="1786"/>
                    </a:cubicBezTo>
                    <a:cubicBezTo>
                      <a:pt x="54" y="1802"/>
                      <a:pt x="42" y="1813"/>
                      <a:pt x="27" y="1813"/>
                    </a:cubicBezTo>
                    <a:cubicBezTo>
                      <a:pt x="12" y="1813"/>
                      <a:pt x="0" y="1802"/>
                      <a:pt x="0" y="1786"/>
                    </a:cubicBezTo>
                    <a:cubicBezTo>
                      <a:pt x="0" y="802"/>
                      <a:pt x="801" y="0"/>
                      <a:pt x="1786" y="0"/>
                    </a:cubicBezTo>
                    <a:cubicBezTo>
                      <a:pt x="2771" y="0"/>
                      <a:pt x="3573" y="802"/>
                      <a:pt x="3573" y="1786"/>
                    </a:cubicBezTo>
                    <a:cubicBezTo>
                      <a:pt x="3573" y="2771"/>
                      <a:pt x="2771" y="3573"/>
                      <a:pt x="1786" y="357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182;p24">
                <a:extLst>
                  <a:ext uri="{FF2B5EF4-FFF2-40B4-BE49-F238E27FC236}">
                    <a16:creationId xmlns:a16="http://schemas.microsoft.com/office/drawing/2014/main" id="{B8AE242E-2714-4E54-8D8C-986CCF9A4EE1}"/>
                  </a:ext>
                </a:extLst>
              </p:cNvPr>
              <p:cNvSpPr/>
              <p:nvPr/>
            </p:nvSpPr>
            <p:spPr>
              <a:xfrm>
                <a:off x="3453120" y="1077840"/>
                <a:ext cx="1051200" cy="1051560"/>
              </a:xfrm>
              <a:custGeom>
                <a:avLst/>
                <a:gdLst/>
                <a:ahLst/>
                <a:cxnLst/>
                <a:rect l="l" t="t" r="r" b="b"/>
                <a:pathLst>
                  <a:path w="2920" h="2921" extrusionOk="0">
                    <a:moveTo>
                      <a:pt x="1460" y="54"/>
                    </a:moveTo>
                    <a:cubicBezTo>
                      <a:pt x="685" y="54"/>
                      <a:pt x="54" y="685"/>
                      <a:pt x="54" y="1460"/>
                    </a:cubicBezTo>
                    <a:cubicBezTo>
                      <a:pt x="54" y="2236"/>
                      <a:pt x="685" y="2867"/>
                      <a:pt x="1460" y="2867"/>
                    </a:cubicBezTo>
                    <a:cubicBezTo>
                      <a:pt x="2235" y="2867"/>
                      <a:pt x="2867" y="2236"/>
                      <a:pt x="2867" y="1460"/>
                    </a:cubicBezTo>
                    <a:cubicBezTo>
                      <a:pt x="2867" y="685"/>
                      <a:pt x="2235" y="54"/>
                      <a:pt x="1460" y="54"/>
                    </a:cubicBezTo>
                    <a:moveTo>
                      <a:pt x="1460" y="2921"/>
                    </a:moveTo>
                    <a:cubicBezTo>
                      <a:pt x="655" y="2921"/>
                      <a:pt x="0" y="2266"/>
                      <a:pt x="0" y="1460"/>
                    </a:cubicBezTo>
                    <a:cubicBezTo>
                      <a:pt x="0" y="655"/>
                      <a:pt x="655" y="0"/>
                      <a:pt x="1460" y="0"/>
                    </a:cubicBezTo>
                    <a:cubicBezTo>
                      <a:pt x="2266" y="0"/>
                      <a:pt x="2920" y="655"/>
                      <a:pt x="2920" y="1460"/>
                    </a:cubicBezTo>
                    <a:cubicBezTo>
                      <a:pt x="2920" y="2266"/>
                      <a:pt x="2266" y="2921"/>
                      <a:pt x="1460" y="29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" name="Google Shape;183;p24">
                <a:extLst>
                  <a:ext uri="{FF2B5EF4-FFF2-40B4-BE49-F238E27FC236}">
                    <a16:creationId xmlns:a16="http://schemas.microsoft.com/office/drawing/2014/main" id="{C4733EE5-C173-4D29-A0C1-82F7FD8C5FCC}"/>
                  </a:ext>
                </a:extLst>
              </p:cNvPr>
              <p:cNvSpPr/>
              <p:nvPr/>
            </p:nvSpPr>
            <p:spPr>
              <a:xfrm>
                <a:off x="3570480" y="1195200"/>
                <a:ext cx="816480" cy="816840"/>
              </a:xfrm>
              <a:custGeom>
                <a:avLst/>
                <a:gdLst/>
                <a:ahLst/>
                <a:cxnLst/>
                <a:rect l="l" t="t" r="r" b="b"/>
                <a:pathLst>
                  <a:path w="2268" h="2269" extrusionOk="0">
                    <a:moveTo>
                      <a:pt x="1134" y="54"/>
                    </a:moveTo>
                    <a:cubicBezTo>
                      <a:pt x="539" y="54"/>
                      <a:pt x="54" y="539"/>
                      <a:pt x="54" y="1134"/>
                    </a:cubicBezTo>
                    <a:cubicBezTo>
                      <a:pt x="54" y="1730"/>
                      <a:pt x="539" y="2214"/>
                      <a:pt x="1134" y="2214"/>
                    </a:cubicBezTo>
                    <a:cubicBezTo>
                      <a:pt x="1730" y="2214"/>
                      <a:pt x="2214" y="1730"/>
                      <a:pt x="2214" y="1134"/>
                    </a:cubicBezTo>
                    <a:cubicBezTo>
                      <a:pt x="2214" y="539"/>
                      <a:pt x="1730" y="54"/>
                      <a:pt x="1134" y="54"/>
                    </a:cubicBezTo>
                    <a:moveTo>
                      <a:pt x="1134" y="2269"/>
                    </a:moveTo>
                    <a:cubicBezTo>
                      <a:pt x="509" y="2269"/>
                      <a:pt x="0" y="1760"/>
                      <a:pt x="0" y="1134"/>
                    </a:cubicBezTo>
                    <a:cubicBezTo>
                      <a:pt x="0" y="509"/>
                      <a:pt x="509" y="0"/>
                      <a:pt x="1134" y="0"/>
                    </a:cubicBezTo>
                    <a:cubicBezTo>
                      <a:pt x="1760" y="0"/>
                      <a:pt x="2268" y="509"/>
                      <a:pt x="2268" y="1134"/>
                    </a:cubicBezTo>
                    <a:cubicBezTo>
                      <a:pt x="2268" y="1760"/>
                      <a:pt x="1760" y="2269"/>
                      <a:pt x="1134" y="226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" name="Google Shape;184;p24">
                <a:extLst>
                  <a:ext uri="{FF2B5EF4-FFF2-40B4-BE49-F238E27FC236}">
                    <a16:creationId xmlns:a16="http://schemas.microsoft.com/office/drawing/2014/main" id="{7F020B7B-6B45-408D-8539-BB8E43E520C9}"/>
                  </a:ext>
                </a:extLst>
              </p:cNvPr>
              <p:cNvSpPr/>
              <p:nvPr/>
            </p:nvSpPr>
            <p:spPr>
              <a:xfrm>
                <a:off x="3687840" y="1312560"/>
                <a:ext cx="582120" cy="582120"/>
              </a:xfrm>
              <a:custGeom>
                <a:avLst/>
                <a:gdLst/>
                <a:ahLst/>
                <a:cxnLst/>
                <a:rect l="l" t="t" r="r" b="b"/>
                <a:pathLst>
                  <a:path w="1617" h="1617" extrusionOk="0">
                    <a:moveTo>
                      <a:pt x="808" y="54"/>
                    </a:moveTo>
                    <a:cubicBezTo>
                      <a:pt x="392" y="54"/>
                      <a:pt x="54" y="392"/>
                      <a:pt x="54" y="808"/>
                    </a:cubicBezTo>
                    <a:cubicBezTo>
                      <a:pt x="54" y="1225"/>
                      <a:pt x="392" y="1563"/>
                      <a:pt x="808" y="1563"/>
                    </a:cubicBezTo>
                    <a:cubicBezTo>
                      <a:pt x="1224" y="1563"/>
                      <a:pt x="1562" y="1225"/>
                      <a:pt x="1562" y="808"/>
                    </a:cubicBezTo>
                    <a:cubicBezTo>
                      <a:pt x="1562" y="392"/>
                      <a:pt x="1224" y="54"/>
                      <a:pt x="808" y="54"/>
                    </a:cubicBezTo>
                    <a:moveTo>
                      <a:pt x="808" y="1617"/>
                    </a:moveTo>
                    <a:cubicBezTo>
                      <a:pt x="363" y="1617"/>
                      <a:pt x="0" y="1254"/>
                      <a:pt x="0" y="808"/>
                    </a:cubicBezTo>
                    <a:cubicBezTo>
                      <a:pt x="0" y="363"/>
                      <a:pt x="363" y="0"/>
                      <a:pt x="808" y="0"/>
                    </a:cubicBezTo>
                    <a:cubicBezTo>
                      <a:pt x="1254" y="0"/>
                      <a:pt x="1617" y="363"/>
                      <a:pt x="1617" y="808"/>
                    </a:cubicBezTo>
                    <a:cubicBezTo>
                      <a:pt x="1617" y="1254"/>
                      <a:pt x="1254" y="1617"/>
                      <a:pt x="808" y="161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" name="Google Shape;185;p24">
                <a:extLst>
                  <a:ext uri="{FF2B5EF4-FFF2-40B4-BE49-F238E27FC236}">
                    <a16:creationId xmlns:a16="http://schemas.microsoft.com/office/drawing/2014/main" id="{461238B3-D2E8-4E93-9D43-2E46C9CB8C5C}"/>
                  </a:ext>
                </a:extLst>
              </p:cNvPr>
              <p:cNvSpPr/>
              <p:nvPr/>
            </p:nvSpPr>
            <p:spPr>
              <a:xfrm>
                <a:off x="3805202" y="1429919"/>
                <a:ext cx="347040" cy="347400"/>
              </a:xfrm>
              <a:custGeom>
                <a:avLst/>
                <a:gdLst/>
                <a:ahLst/>
                <a:cxnLst/>
                <a:rect l="l" t="t" r="r" b="b"/>
                <a:pathLst>
                  <a:path w="964" h="965" extrusionOk="0">
                    <a:moveTo>
                      <a:pt x="482" y="54"/>
                    </a:moveTo>
                    <a:cubicBezTo>
                      <a:pt x="246" y="54"/>
                      <a:pt x="54" y="246"/>
                      <a:pt x="54" y="482"/>
                    </a:cubicBezTo>
                    <a:cubicBezTo>
                      <a:pt x="54" y="719"/>
                      <a:pt x="246" y="911"/>
                      <a:pt x="482" y="911"/>
                    </a:cubicBezTo>
                    <a:cubicBezTo>
                      <a:pt x="718" y="911"/>
                      <a:pt x="911" y="719"/>
                      <a:pt x="911" y="482"/>
                    </a:cubicBezTo>
                    <a:cubicBezTo>
                      <a:pt x="911" y="246"/>
                      <a:pt x="718" y="54"/>
                      <a:pt x="482" y="54"/>
                    </a:cubicBezTo>
                    <a:moveTo>
                      <a:pt x="482" y="965"/>
                    </a:moveTo>
                    <a:cubicBezTo>
                      <a:pt x="216" y="965"/>
                      <a:pt x="0" y="748"/>
                      <a:pt x="0" y="482"/>
                    </a:cubicBezTo>
                    <a:cubicBezTo>
                      <a:pt x="0" y="216"/>
                      <a:pt x="216" y="0"/>
                      <a:pt x="482" y="0"/>
                    </a:cubicBezTo>
                    <a:cubicBezTo>
                      <a:pt x="748" y="0"/>
                      <a:pt x="964" y="216"/>
                      <a:pt x="964" y="482"/>
                    </a:cubicBezTo>
                    <a:cubicBezTo>
                      <a:pt x="964" y="748"/>
                      <a:pt x="748" y="965"/>
                      <a:pt x="482" y="96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" name="Google Shape;188;p24">
              <a:extLst>
                <a:ext uri="{FF2B5EF4-FFF2-40B4-BE49-F238E27FC236}">
                  <a16:creationId xmlns:a16="http://schemas.microsoft.com/office/drawing/2014/main" id="{F9AC9015-DC3A-4E3A-9538-D2ED7C8E2218}"/>
                </a:ext>
              </a:extLst>
            </p:cNvPr>
            <p:cNvSpPr/>
            <p:nvPr/>
          </p:nvSpPr>
          <p:spPr>
            <a:xfrm>
              <a:off x="7746372" y="4419038"/>
              <a:ext cx="1228031" cy="1228032"/>
            </a:xfrm>
            <a:custGeom>
              <a:avLst/>
              <a:gdLst/>
              <a:ahLst/>
              <a:cxnLst/>
              <a:rect l="l" t="t" r="r" b="b"/>
              <a:pathLst>
                <a:path w="2237" h="2237" extrusionOk="0">
                  <a:moveTo>
                    <a:pt x="36" y="2200"/>
                  </a:moveTo>
                  <a:lnTo>
                    <a:pt x="36" y="2200"/>
                  </a:lnTo>
                  <a:cubicBezTo>
                    <a:pt x="-12" y="2151"/>
                    <a:pt x="-12" y="2072"/>
                    <a:pt x="36" y="2023"/>
                  </a:cubicBezTo>
                  <a:lnTo>
                    <a:pt x="2022" y="37"/>
                  </a:lnTo>
                  <a:cubicBezTo>
                    <a:pt x="2071" y="-12"/>
                    <a:pt x="2151" y="-12"/>
                    <a:pt x="2200" y="37"/>
                  </a:cubicBezTo>
                  <a:cubicBezTo>
                    <a:pt x="2249" y="86"/>
                    <a:pt x="2249" y="166"/>
                    <a:pt x="2200" y="215"/>
                  </a:cubicBezTo>
                  <a:lnTo>
                    <a:pt x="214" y="2200"/>
                  </a:lnTo>
                  <a:cubicBezTo>
                    <a:pt x="165" y="2249"/>
                    <a:pt x="85" y="2249"/>
                    <a:pt x="36" y="220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" name="Google Shape;189;p24">
              <a:extLst>
                <a:ext uri="{FF2B5EF4-FFF2-40B4-BE49-F238E27FC236}">
                  <a16:creationId xmlns:a16="http://schemas.microsoft.com/office/drawing/2014/main" id="{C2246D7C-D61A-4014-802D-F8671640BA8B}"/>
                </a:ext>
              </a:extLst>
            </p:cNvPr>
            <p:cNvGrpSpPr/>
            <p:nvPr/>
          </p:nvGrpSpPr>
          <p:grpSpPr>
            <a:xfrm>
              <a:off x="8065000" y="-188373"/>
              <a:ext cx="1806540" cy="1730335"/>
              <a:chOff x="4996146" y="494640"/>
              <a:chExt cx="1184694" cy="1134720"/>
            </a:xfrm>
          </p:grpSpPr>
          <p:sp>
            <p:nvSpPr>
              <p:cNvPr id="27" name="Google Shape;190;p24">
                <a:extLst>
                  <a:ext uri="{FF2B5EF4-FFF2-40B4-BE49-F238E27FC236}">
                    <a16:creationId xmlns:a16="http://schemas.microsoft.com/office/drawing/2014/main" id="{3733F9B3-CA27-4112-B937-D74F9277F558}"/>
                  </a:ext>
                </a:extLst>
              </p:cNvPr>
              <p:cNvSpPr/>
              <p:nvPr/>
            </p:nvSpPr>
            <p:spPr>
              <a:xfrm>
                <a:off x="5046120" y="494640"/>
                <a:ext cx="1134720" cy="1134720"/>
              </a:xfrm>
              <a:custGeom>
                <a:avLst/>
                <a:gdLst/>
                <a:ahLst/>
                <a:cxnLst/>
                <a:rect l="l" t="t" r="r" b="b"/>
                <a:pathLst>
                  <a:path w="3152" h="3152" extrusionOk="0">
                    <a:moveTo>
                      <a:pt x="433" y="3152"/>
                    </a:moveTo>
                    <a:cubicBezTo>
                      <a:pt x="318" y="3152"/>
                      <a:pt x="209" y="3107"/>
                      <a:pt x="127" y="3026"/>
                    </a:cubicBezTo>
                    <a:cubicBezTo>
                      <a:pt x="45" y="2944"/>
                      <a:pt x="0" y="2835"/>
                      <a:pt x="0" y="2720"/>
                    </a:cubicBezTo>
                    <a:cubicBezTo>
                      <a:pt x="0" y="2604"/>
                      <a:pt x="45" y="2495"/>
                      <a:pt x="127" y="2414"/>
                    </a:cubicBezTo>
                    <a:lnTo>
                      <a:pt x="2533" y="8"/>
                    </a:lnTo>
                    <a:cubicBezTo>
                      <a:pt x="2543" y="-3"/>
                      <a:pt x="2560" y="-3"/>
                      <a:pt x="2571" y="8"/>
                    </a:cubicBezTo>
                    <a:cubicBezTo>
                      <a:pt x="2582" y="19"/>
                      <a:pt x="2582" y="36"/>
                      <a:pt x="2571" y="46"/>
                    </a:cubicBezTo>
                    <a:lnTo>
                      <a:pt x="165" y="2452"/>
                    </a:lnTo>
                    <a:cubicBezTo>
                      <a:pt x="94" y="2523"/>
                      <a:pt x="55" y="2618"/>
                      <a:pt x="55" y="2720"/>
                    </a:cubicBezTo>
                    <a:cubicBezTo>
                      <a:pt x="55" y="2821"/>
                      <a:pt x="94" y="2916"/>
                      <a:pt x="165" y="2987"/>
                    </a:cubicBezTo>
                    <a:cubicBezTo>
                      <a:pt x="237" y="3059"/>
                      <a:pt x="332" y="3098"/>
                      <a:pt x="433" y="3098"/>
                    </a:cubicBezTo>
                    <a:cubicBezTo>
                      <a:pt x="534" y="3098"/>
                      <a:pt x="629" y="3059"/>
                      <a:pt x="701" y="2987"/>
                    </a:cubicBezTo>
                    <a:lnTo>
                      <a:pt x="3106" y="582"/>
                    </a:lnTo>
                    <a:cubicBezTo>
                      <a:pt x="3117" y="571"/>
                      <a:pt x="3134" y="571"/>
                      <a:pt x="3145" y="582"/>
                    </a:cubicBezTo>
                    <a:cubicBezTo>
                      <a:pt x="3155" y="592"/>
                      <a:pt x="3155" y="609"/>
                      <a:pt x="3145" y="620"/>
                    </a:cubicBezTo>
                    <a:lnTo>
                      <a:pt x="739" y="3026"/>
                    </a:lnTo>
                    <a:cubicBezTo>
                      <a:pt x="657" y="3107"/>
                      <a:pt x="549" y="3152"/>
                      <a:pt x="433" y="315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" name="Google Shape;191;p24">
                <a:extLst>
                  <a:ext uri="{FF2B5EF4-FFF2-40B4-BE49-F238E27FC236}">
                    <a16:creationId xmlns:a16="http://schemas.microsoft.com/office/drawing/2014/main" id="{2125958B-4FDE-4E43-945A-60DEF52CE02A}"/>
                  </a:ext>
                </a:extLst>
              </p:cNvPr>
              <p:cNvSpPr/>
              <p:nvPr/>
            </p:nvSpPr>
            <p:spPr>
              <a:xfrm>
                <a:off x="4996146" y="851220"/>
                <a:ext cx="261720" cy="261720"/>
              </a:xfrm>
              <a:custGeom>
                <a:avLst/>
                <a:gdLst/>
                <a:ahLst/>
                <a:cxnLst/>
                <a:rect l="l" t="t" r="r" b="b"/>
                <a:pathLst>
                  <a:path w="727" h="727" extrusionOk="0">
                    <a:moveTo>
                      <a:pt x="363" y="727"/>
                    </a:moveTo>
                    <a:cubicBezTo>
                      <a:pt x="163" y="727"/>
                      <a:pt x="0" y="564"/>
                      <a:pt x="0" y="363"/>
                    </a:cubicBezTo>
                    <a:cubicBezTo>
                      <a:pt x="0" y="163"/>
                      <a:pt x="163" y="0"/>
                      <a:pt x="363" y="0"/>
                    </a:cubicBezTo>
                    <a:cubicBezTo>
                      <a:pt x="378" y="0"/>
                      <a:pt x="390" y="12"/>
                      <a:pt x="390" y="27"/>
                    </a:cubicBezTo>
                    <a:cubicBezTo>
                      <a:pt x="390" y="42"/>
                      <a:pt x="378" y="54"/>
                      <a:pt x="363" y="54"/>
                    </a:cubicBezTo>
                    <a:cubicBezTo>
                      <a:pt x="193" y="54"/>
                      <a:pt x="54" y="193"/>
                      <a:pt x="54" y="363"/>
                    </a:cubicBezTo>
                    <a:cubicBezTo>
                      <a:pt x="54" y="534"/>
                      <a:pt x="193" y="673"/>
                      <a:pt x="363" y="673"/>
                    </a:cubicBezTo>
                    <a:cubicBezTo>
                      <a:pt x="534" y="673"/>
                      <a:pt x="672" y="534"/>
                      <a:pt x="672" y="363"/>
                    </a:cubicBezTo>
                    <a:cubicBezTo>
                      <a:pt x="672" y="348"/>
                      <a:pt x="684" y="337"/>
                      <a:pt x="699" y="337"/>
                    </a:cubicBezTo>
                    <a:cubicBezTo>
                      <a:pt x="714" y="337"/>
                      <a:pt x="727" y="348"/>
                      <a:pt x="727" y="363"/>
                    </a:cubicBezTo>
                    <a:cubicBezTo>
                      <a:pt x="727" y="564"/>
                      <a:pt x="563" y="727"/>
                      <a:pt x="363" y="7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" name="Google Shape;192;p24">
                <a:extLst>
                  <a:ext uri="{FF2B5EF4-FFF2-40B4-BE49-F238E27FC236}">
                    <a16:creationId xmlns:a16="http://schemas.microsoft.com/office/drawing/2014/main" id="{DB3B033C-0802-48DC-9A86-BE286D4FCBAB}"/>
                  </a:ext>
                </a:extLst>
              </p:cNvPr>
              <p:cNvSpPr/>
              <p:nvPr/>
            </p:nvSpPr>
            <p:spPr>
              <a:xfrm>
                <a:off x="5195520" y="1364760"/>
                <a:ext cx="115200" cy="115200"/>
              </a:xfrm>
              <a:custGeom>
                <a:avLst/>
                <a:gdLst/>
                <a:ahLst/>
                <a:cxnLst/>
                <a:rect l="l" t="t" r="r" b="b"/>
                <a:pathLst>
                  <a:path w="320" h="320" extrusionOk="0">
                    <a:moveTo>
                      <a:pt x="160" y="54"/>
                    </a:moveTo>
                    <a:cubicBezTo>
                      <a:pt x="132" y="54"/>
                      <a:pt x="106" y="65"/>
                      <a:pt x="86" y="85"/>
                    </a:cubicBezTo>
                    <a:cubicBezTo>
                      <a:pt x="44" y="127"/>
                      <a:pt x="44" y="194"/>
                      <a:pt x="86" y="235"/>
                    </a:cubicBezTo>
                    <a:cubicBezTo>
                      <a:pt x="106" y="255"/>
                      <a:pt x="132" y="266"/>
                      <a:pt x="160" y="266"/>
                    </a:cubicBezTo>
                    <a:cubicBezTo>
                      <a:pt x="189" y="266"/>
                      <a:pt x="216" y="255"/>
                      <a:pt x="235" y="235"/>
                    </a:cubicBezTo>
                    <a:lnTo>
                      <a:pt x="235" y="235"/>
                    </a:lnTo>
                    <a:cubicBezTo>
                      <a:pt x="255" y="215"/>
                      <a:pt x="267" y="189"/>
                      <a:pt x="267" y="160"/>
                    </a:cubicBezTo>
                    <a:cubicBezTo>
                      <a:pt x="267" y="132"/>
                      <a:pt x="255" y="105"/>
                      <a:pt x="235" y="85"/>
                    </a:cubicBezTo>
                    <a:cubicBezTo>
                      <a:pt x="216" y="65"/>
                      <a:pt x="189" y="54"/>
                      <a:pt x="160" y="54"/>
                    </a:cubicBezTo>
                    <a:moveTo>
                      <a:pt x="160" y="320"/>
                    </a:moveTo>
                    <a:cubicBezTo>
                      <a:pt x="118" y="320"/>
                      <a:pt x="77" y="304"/>
                      <a:pt x="47" y="273"/>
                    </a:cubicBezTo>
                    <a:cubicBezTo>
                      <a:pt x="-15" y="211"/>
                      <a:pt x="-15" y="109"/>
                      <a:pt x="47" y="47"/>
                    </a:cubicBezTo>
                    <a:cubicBezTo>
                      <a:pt x="110" y="-15"/>
                      <a:pt x="211" y="-15"/>
                      <a:pt x="274" y="47"/>
                    </a:cubicBezTo>
                    <a:cubicBezTo>
                      <a:pt x="304" y="77"/>
                      <a:pt x="320" y="118"/>
                      <a:pt x="320" y="160"/>
                    </a:cubicBezTo>
                    <a:cubicBezTo>
                      <a:pt x="320" y="203"/>
                      <a:pt x="304" y="243"/>
                      <a:pt x="274" y="273"/>
                    </a:cubicBezTo>
                    <a:lnTo>
                      <a:pt x="274" y="274"/>
                    </a:lnTo>
                    <a:cubicBezTo>
                      <a:pt x="244" y="304"/>
                      <a:pt x="203" y="320"/>
                      <a:pt x="160" y="32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" name="Google Shape;193;p24">
                <a:extLst>
                  <a:ext uri="{FF2B5EF4-FFF2-40B4-BE49-F238E27FC236}">
                    <a16:creationId xmlns:a16="http://schemas.microsoft.com/office/drawing/2014/main" id="{6DA35AFD-E28B-4CC1-AF26-9A83B239A0FF}"/>
                  </a:ext>
                </a:extLst>
              </p:cNvPr>
              <p:cNvSpPr/>
              <p:nvPr/>
            </p:nvSpPr>
            <p:spPr>
              <a:xfrm>
                <a:off x="5342400" y="1218240"/>
                <a:ext cx="115200" cy="114840"/>
              </a:xfrm>
              <a:custGeom>
                <a:avLst/>
                <a:gdLst/>
                <a:ahLst/>
                <a:cxnLst/>
                <a:rect l="l" t="t" r="r" b="b"/>
                <a:pathLst>
                  <a:path w="320" h="319" extrusionOk="0">
                    <a:moveTo>
                      <a:pt x="160" y="53"/>
                    </a:moveTo>
                    <a:cubicBezTo>
                      <a:pt x="132" y="53"/>
                      <a:pt x="105" y="65"/>
                      <a:pt x="85" y="85"/>
                    </a:cubicBezTo>
                    <a:cubicBezTo>
                      <a:pt x="65" y="105"/>
                      <a:pt x="54" y="131"/>
                      <a:pt x="54" y="159"/>
                    </a:cubicBezTo>
                    <a:cubicBezTo>
                      <a:pt x="54" y="188"/>
                      <a:pt x="65" y="215"/>
                      <a:pt x="85" y="235"/>
                    </a:cubicBezTo>
                    <a:cubicBezTo>
                      <a:pt x="105" y="254"/>
                      <a:pt x="132" y="265"/>
                      <a:pt x="160" y="265"/>
                    </a:cubicBezTo>
                    <a:cubicBezTo>
                      <a:pt x="189" y="265"/>
                      <a:pt x="215" y="254"/>
                      <a:pt x="235" y="235"/>
                    </a:cubicBezTo>
                    <a:cubicBezTo>
                      <a:pt x="255" y="215"/>
                      <a:pt x="266" y="188"/>
                      <a:pt x="266" y="159"/>
                    </a:cubicBezTo>
                    <a:cubicBezTo>
                      <a:pt x="266" y="131"/>
                      <a:pt x="255" y="105"/>
                      <a:pt x="235" y="85"/>
                    </a:cubicBezTo>
                    <a:cubicBezTo>
                      <a:pt x="215" y="65"/>
                      <a:pt x="189" y="53"/>
                      <a:pt x="160" y="53"/>
                    </a:cubicBezTo>
                    <a:moveTo>
                      <a:pt x="160" y="319"/>
                    </a:moveTo>
                    <a:cubicBezTo>
                      <a:pt x="119" y="319"/>
                      <a:pt x="78" y="304"/>
                      <a:pt x="47" y="272"/>
                    </a:cubicBezTo>
                    <a:cubicBezTo>
                      <a:pt x="-16" y="210"/>
                      <a:pt x="-16" y="109"/>
                      <a:pt x="47" y="46"/>
                    </a:cubicBezTo>
                    <a:cubicBezTo>
                      <a:pt x="109" y="-16"/>
                      <a:pt x="211" y="-16"/>
                      <a:pt x="273" y="46"/>
                    </a:cubicBezTo>
                    <a:cubicBezTo>
                      <a:pt x="336" y="109"/>
                      <a:pt x="336" y="210"/>
                      <a:pt x="273" y="272"/>
                    </a:cubicBezTo>
                    <a:cubicBezTo>
                      <a:pt x="242" y="304"/>
                      <a:pt x="201" y="319"/>
                      <a:pt x="160" y="31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" name="Google Shape;194;p24">
                <a:extLst>
                  <a:ext uri="{FF2B5EF4-FFF2-40B4-BE49-F238E27FC236}">
                    <a16:creationId xmlns:a16="http://schemas.microsoft.com/office/drawing/2014/main" id="{B5F3F284-91F7-4F70-A969-6C68051B2A41}"/>
                  </a:ext>
                </a:extLst>
              </p:cNvPr>
              <p:cNvSpPr/>
              <p:nvPr/>
            </p:nvSpPr>
            <p:spPr>
              <a:xfrm>
                <a:off x="5489280" y="1071360"/>
                <a:ext cx="115200" cy="115200"/>
              </a:xfrm>
              <a:custGeom>
                <a:avLst/>
                <a:gdLst/>
                <a:ahLst/>
                <a:cxnLst/>
                <a:rect l="l" t="t" r="r" b="b"/>
                <a:pathLst>
                  <a:path w="320" h="320" extrusionOk="0">
                    <a:moveTo>
                      <a:pt x="160" y="54"/>
                    </a:moveTo>
                    <a:cubicBezTo>
                      <a:pt x="131" y="54"/>
                      <a:pt x="105" y="65"/>
                      <a:pt x="85" y="85"/>
                    </a:cubicBezTo>
                    <a:cubicBezTo>
                      <a:pt x="43" y="127"/>
                      <a:pt x="43" y="194"/>
                      <a:pt x="85" y="235"/>
                    </a:cubicBezTo>
                    <a:cubicBezTo>
                      <a:pt x="126" y="276"/>
                      <a:pt x="193" y="276"/>
                      <a:pt x="235" y="235"/>
                    </a:cubicBezTo>
                    <a:cubicBezTo>
                      <a:pt x="276" y="194"/>
                      <a:pt x="276" y="127"/>
                      <a:pt x="235" y="85"/>
                    </a:cubicBezTo>
                    <a:cubicBezTo>
                      <a:pt x="215" y="65"/>
                      <a:pt x="188" y="54"/>
                      <a:pt x="160" y="54"/>
                    </a:cubicBezTo>
                    <a:moveTo>
                      <a:pt x="160" y="320"/>
                    </a:moveTo>
                    <a:cubicBezTo>
                      <a:pt x="119" y="320"/>
                      <a:pt x="78" y="304"/>
                      <a:pt x="47" y="273"/>
                    </a:cubicBezTo>
                    <a:cubicBezTo>
                      <a:pt x="-16" y="210"/>
                      <a:pt x="-16" y="109"/>
                      <a:pt x="47" y="47"/>
                    </a:cubicBezTo>
                    <a:cubicBezTo>
                      <a:pt x="77" y="17"/>
                      <a:pt x="117" y="0"/>
                      <a:pt x="160" y="0"/>
                    </a:cubicBezTo>
                    <a:cubicBezTo>
                      <a:pt x="203" y="0"/>
                      <a:pt x="243" y="17"/>
                      <a:pt x="273" y="47"/>
                    </a:cubicBezTo>
                    <a:cubicBezTo>
                      <a:pt x="335" y="109"/>
                      <a:pt x="335" y="210"/>
                      <a:pt x="273" y="273"/>
                    </a:cubicBezTo>
                    <a:cubicBezTo>
                      <a:pt x="242" y="304"/>
                      <a:pt x="201" y="320"/>
                      <a:pt x="160" y="32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" name="Google Shape;195;p24">
                <a:extLst>
                  <a:ext uri="{FF2B5EF4-FFF2-40B4-BE49-F238E27FC236}">
                    <a16:creationId xmlns:a16="http://schemas.microsoft.com/office/drawing/2014/main" id="{B13CEBD7-A9FB-4EF5-96DC-11808F731255}"/>
                  </a:ext>
                </a:extLst>
              </p:cNvPr>
              <p:cNvSpPr/>
              <p:nvPr/>
            </p:nvSpPr>
            <p:spPr>
              <a:xfrm>
                <a:off x="5636160" y="924480"/>
                <a:ext cx="115200" cy="115200"/>
              </a:xfrm>
              <a:custGeom>
                <a:avLst/>
                <a:gdLst/>
                <a:ahLst/>
                <a:cxnLst/>
                <a:rect l="l" t="t" r="r" b="b"/>
                <a:pathLst>
                  <a:path w="320" h="320" extrusionOk="0">
                    <a:moveTo>
                      <a:pt x="159" y="54"/>
                    </a:moveTo>
                    <a:cubicBezTo>
                      <a:pt x="132" y="54"/>
                      <a:pt x="105" y="65"/>
                      <a:pt x="85" y="85"/>
                    </a:cubicBezTo>
                    <a:cubicBezTo>
                      <a:pt x="65" y="105"/>
                      <a:pt x="53" y="132"/>
                      <a:pt x="53" y="160"/>
                    </a:cubicBezTo>
                    <a:cubicBezTo>
                      <a:pt x="53" y="189"/>
                      <a:pt x="65" y="215"/>
                      <a:pt x="85" y="235"/>
                    </a:cubicBezTo>
                    <a:cubicBezTo>
                      <a:pt x="104" y="255"/>
                      <a:pt x="131" y="266"/>
                      <a:pt x="159" y="266"/>
                    </a:cubicBezTo>
                    <a:cubicBezTo>
                      <a:pt x="188" y="266"/>
                      <a:pt x="214" y="255"/>
                      <a:pt x="234" y="235"/>
                    </a:cubicBezTo>
                    <a:cubicBezTo>
                      <a:pt x="254" y="215"/>
                      <a:pt x="265" y="189"/>
                      <a:pt x="265" y="160"/>
                    </a:cubicBezTo>
                    <a:cubicBezTo>
                      <a:pt x="265" y="132"/>
                      <a:pt x="254" y="105"/>
                      <a:pt x="234" y="85"/>
                    </a:cubicBezTo>
                    <a:cubicBezTo>
                      <a:pt x="213" y="65"/>
                      <a:pt x="186" y="54"/>
                      <a:pt x="159" y="54"/>
                    </a:cubicBezTo>
                    <a:moveTo>
                      <a:pt x="159" y="320"/>
                    </a:moveTo>
                    <a:cubicBezTo>
                      <a:pt x="118" y="320"/>
                      <a:pt x="77" y="305"/>
                      <a:pt x="46" y="274"/>
                    </a:cubicBezTo>
                    <a:cubicBezTo>
                      <a:pt x="16" y="243"/>
                      <a:pt x="0" y="203"/>
                      <a:pt x="0" y="160"/>
                    </a:cubicBezTo>
                    <a:cubicBezTo>
                      <a:pt x="0" y="118"/>
                      <a:pt x="16" y="77"/>
                      <a:pt x="46" y="47"/>
                    </a:cubicBezTo>
                    <a:cubicBezTo>
                      <a:pt x="109" y="-15"/>
                      <a:pt x="210" y="-15"/>
                      <a:pt x="273" y="47"/>
                    </a:cubicBezTo>
                    <a:cubicBezTo>
                      <a:pt x="335" y="110"/>
                      <a:pt x="335" y="211"/>
                      <a:pt x="273" y="274"/>
                    </a:cubicBezTo>
                    <a:cubicBezTo>
                      <a:pt x="242" y="305"/>
                      <a:pt x="201" y="320"/>
                      <a:pt x="159" y="32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" name="Google Shape;196;p24">
              <a:extLst>
                <a:ext uri="{FF2B5EF4-FFF2-40B4-BE49-F238E27FC236}">
                  <a16:creationId xmlns:a16="http://schemas.microsoft.com/office/drawing/2014/main" id="{818DDD79-3AF4-4A0E-93B4-EAC7F88DC987}"/>
                </a:ext>
              </a:extLst>
            </p:cNvPr>
            <p:cNvGrpSpPr/>
            <p:nvPr/>
          </p:nvGrpSpPr>
          <p:grpSpPr>
            <a:xfrm>
              <a:off x="7265158" y="886006"/>
              <a:ext cx="799841" cy="799292"/>
              <a:chOff x="6807240" y="2796480"/>
              <a:chExt cx="524520" cy="524160"/>
            </a:xfrm>
          </p:grpSpPr>
          <p:sp>
            <p:nvSpPr>
              <p:cNvPr id="25" name="Google Shape;197;p24">
                <a:extLst>
                  <a:ext uri="{FF2B5EF4-FFF2-40B4-BE49-F238E27FC236}">
                    <a16:creationId xmlns:a16="http://schemas.microsoft.com/office/drawing/2014/main" id="{3C771833-5B18-4908-AA2B-B0780BE64057}"/>
                  </a:ext>
                </a:extLst>
              </p:cNvPr>
              <p:cNvSpPr/>
              <p:nvPr/>
            </p:nvSpPr>
            <p:spPr>
              <a:xfrm>
                <a:off x="6807240" y="2796480"/>
                <a:ext cx="524520" cy="524160"/>
              </a:xfrm>
              <a:custGeom>
                <a:avLst/>
                <a:gdLst/>
                <a:ahLst/>
                <a:cxnLst/>
                <a:rect l="l" t="t" r="r" b="b"/>
                <a:pathLst>
                  <a:path w="1457" h="1456" extrusionOk="0">
                    <a:moveTo>
                      <a:pt x="729" y="1456"/>
                    </a:moveTo>
                    <a:cubicBezTo>
                      <a:pt x="327" y="1456"/>
                      <a:pt x="0" y="1130"/>
                      <a:pt x="0" y="728"/>
                    </a:cubicBezTo>
                    <a:cubicBezTo>
                      <a:pt x="0" y="327"/>
                      <a:pt x="327" y="0"/>
                      <a:pt x="729" y="0"/>
                    </a:cubicBezTo>
                    <a:cubicBezTo>
                      <a:pt x="744" y="0"/>
                      <a:pt x="756" y="12"/>
                      <a:pt x="756" y="27"/>
                    </a:cubicBezTo>
                    <a:cubicBezTo>
                      <a:pt x="756" y="42"/>
                      <a:pt x="744" y="54"/>
                      <a:pt x="729" y="54"/>
                    </a:cubicBezTo>
                    <a:cubicBezTo>
                      <a:pt x="357" y="54"/>
                      <a:pt x="55" y="356"/>
                      <a:pt x="55" y="728"/>
                    </a:cubicBezTo>
                    <a:cubicBezTo>
                      <a:pt x="55" y="1100"/>
                      <a:pt x="357" y="1402"/>
                      <a:pt x="729" y="1402"/>
                    </a:cubicBezTo>
                    <a:cubicBezTo>
                      <a:pt x="1101" y="1402"/>
                      <a:pt x="1403" y="1100"/>
                      <a:pt x="1403" y="728"/>
                    </a:cubicBezTo>
                    <a:cubicBezTo>
                      <a:pt x="1403" y="713"/>
                      <a:pt x="1415" y="701"/>
                      <a:pt x="1430" y="701"/>
                    </a:cubicBezTo>
                    <a:cubicBezTo>
                      <a:pt x="1445" y="701"/>
                      <a:pt x="1457" y="713"/>
                      <a:pt x="1457" y="728"/>
                    </a:cubicBezTo>
                    <a:cubicBezTo>
                      <a:pt x="1457" y="1130"/>
                      <a:pt x="1130" y="1456"/>
                      <a:pt x="729" y="145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98;p24">
                <a:extLst>
                  <a:ext uri="{FF2B5EF4-FFF2-40B4-BE49-F238E27FC236}">
                    <a16:creationId xmlns:a16="http://schemas.microsoft.com/office/drawing/2014/main" id="{95607C26-4184-4A9B-9802-CA54681D1AE3}"/>
                  </a:ext>
                </a:extLst>
              </p:cNvPr>
              <p:cNvSpPr/>
              <p:nvPr/>
            </p:nvSpPr>
            <p:spPr>
              <a:xfrm>
                <a:off x="6892920" y="2881800"/>
                <a:ext cx="353520" cy="353520"/>
              </a:xfrm>
              <a:custGeom>
                <a:avLst/>
                <a:gdLst/>
                <a:ahLst/>
                <a:cxnLst/>
                <a:rect l="l" t="t" r="r" b="b"/>
                <a:pathLst>
                  <a:path w="982" h="982" extrusionOk="0">
                    <a:moveTo>
                      <a:pt x="491" y="271"/>
                    </a:moveTo>
                    <a:cubicBezTo>
                      <a:pt x="370" y="271"/>
                      <a:pt x="271" y="370"/>
                      <a:pt x="271" y="491"/>
                    </a:cubicBezTo>
                    <a:cubicBezTo>
                      <a:pt x="271" y="612"/>
                      <a:pt x="370" y="711"/>
                      <a:pt x="491" y="711"/>
                    </a:cubicBezTo>
                    <a:cubicBezTo>
                      <a:pt x="612" y="711"/>
                      <a:pt x="711" y="612"/>
                      <a:pt x="711" y="491"/>
                    </a:cubicBezTo>
                    <a:cubicBezTo>
                      <a:pt x="711" y="370"/>
                      <a:pt x="612" y="271"/>
                      <a:pt x="491" y="271"/>
                    </a:cubicBezTo>
                    <a:moveTo>
                      <a:pt x="491" y="982"/>
                    </a:moveTo>
                    <a:cubicBezTo>
                      <a:pt x="220" y="982"/>
                      <a:pt x="0" y="762"/>
                      <a:pt x="0" y="491"/>
                    </a:cubicBezTo>
                    <a:cubicBezTo>
                      <a:pt x="0" y="221"/>
                      <a:pt x="220" y="0"/>
                      <a:pt x="491" y="0"/>
                    </a:cubicBezTo>
                    <a:cubicBezTo>
                      <a:pt x="761" y="0"/>
                      <a:pt x="982" y="221"/>
                      <a:pt x="982" y="491"/>
                    </a:cubicBezTo>
                    <a:cubicBezTo>
                      <a:pt x="982" y="762"/>
                      <a:pt x="761" y="982"/>
                      <a:pt x="491" y="98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" name="Google Shape;199;p24">
              <a:extLst>
                <a:ext uri="{FF2B5EF4-FFF2-40B4-BE49-F238E27FC236}">
                  <a16:creationId xmlns:a16="http://schemas.microsoft.com/office/drawing/2014/main" id="{2AD0C139-F238-4FB1-A26C-655963564F6F}"/>
                </a:ext>
              </a:extLst>
            </p:cNvPr>
            <p:cNvGrpSpPr/>
            <p:nvPr/>
          </p:nvGrpSpPr>
          <p:grpSpPr>
            <a:xfrm>
              <a:off x="7265153" y="3590184"/>
              <a:ext cx="1218700" cy="1218700"/>
              <a:chOff x="5033520" y="2269080"/>
              <a:chExt cx="799200" cy="799200"/>
            </a:xfrm>
          </p:grpSpPr>
          <p:sp>
            <p:nvSpPr>
              <p:cNvPr id="22" name="Google Shape;200;p24">
                <a:extLst>
                  <a:ext uri="{FF2B5EF4-FFF2-40B4-BE49-F238E27FC236}">
                    <a16:creationId xmlns:a16="http://schemas.microsoft.com/office/drawing/2014/main" id="{2E54C684-6D65-49FC-8B4B-636D2F712D4C}"/>
                  </a:ext>
                </a:extLst>
              </p:cNvPr>
              <p:cNvSpPr/>
              <p:nvPr/>
            </p:nvSpPr>
            <p:spPr>
              <a:xfrm>
                <a:off x="5033520" y="2269080"/>
                <a:ext cx="799200" cy="799200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2220" extrusionOk="0">
                    <a:moveTo>
                      <a:pt x="1110" y="2220"/>
                    </a:moveTo>
                    <a:cubicBezTo>
                      <a:pt x="498" y="2220"/>
                      <a:pt x="0" y="1722"/>
                      <a:pt x="0" y="1110"/>
                    </a:cubicBezTo>
                    <a:cubicBezTo>
                      <a:pt x="0" y="498"/>
                      <a:pt x="498" y="0"/>
                      <a:pt x="1110" y="0"/>
                    </a:cubicBezTo>
                    <a:lnTo>
                      <a:pt x="1110" y="54"/>
                    </a:lnTo>
                    <a:cubicBezTo>
                      <a:pt x="528" y="54"/>
                      <a:pt x="54" y="528"/>
                      <a:pt x="54" y="1110"/>
                    </a:cubicBezTo>
                    <a:cubicBezTo>
                      <a:pt x="54" y="1692"/>
                      <a:pt x="528" y="2166"/>
                      <a:pt x="1110" y="2166"/>
                    </a:cubicBezTo>
                    <a:cubicBezTo>
                      <a:pt x="1693" y="2166"/>
                      <a:pt x="2167" y="1692"/>
                      <a:pt x="2167" y="1110"/>
                    </a:cubicBezTo>
                    <a:lnTo>
                      <a:pt x="2220" y="1110"/>
                    </a:lnTo>
                    <a:cubicBezTo>
                      <a:pt x="2220" y="1722"/>
                      <a:pt x="1723" y="2220"/>
                      <a:pt x="1110" y="222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201;p24">
                <a:extLst>
                  <a:ext uri="{FF2B5EF4-FFF2-40B4-BE49-F238E27FC236}">
                    <a16:creationId xmlns:a16="http://schemas.microsoft.com/office/drawing/2014/main" id="{950748AC-9887-4A27-B657-C229ACA3EEF6}"/>
                  </a:ext>
                </a:extLst>
              </p:cNvPr>
              <p:cNvSpPr/>
              <p:nvPr/>
            </p:nvSpPr>
            <p:spPr>
              <a:xfrm>
                <a:off x="5148362" y="2383920"/>
                <a:ext cx="569880" cy="569521"/>
              </a:xfrm>
              <a:custGeom>
                <a:avLst/>
                <a:gdLst/>
                <a:ahLst/>
                <a:cxnLst/>
                <a:rect l="l" t="t" r="r" b="b"/>
                <a:pathLst>
                  <a:path w="1583" h="1582" extrusionOk="0">
                    <a:moveTo>
                      <a:pt x="791" y="54"/>
                    </a:moveTo>
                    <a:cubicBezTo>
                      <a:pt x="385" y="54"/>
                      <a:pt x="54" y="385"/>
                      <a:pt x="54" y="791"/>
                    </a:cubicBezTo>
                    <a:cubicBezTo>
                      <a:pt x="54" y="1197"/>
                      <a:pt x="385" y="1528"/>
                      <a:pt x="791" y="1528"/>
                    </a:cubicBezTo>
                    <a:cubicBezTo>
                      <a:pt x="1198" y="1528"/>
                      <a:pt x="1528" y="1197"/>
                      <a:pt x="1528" y="791"/>
                    </a:cubicBezTo>
                    <a:cubicBezTo>
                      <a:pt x="1528" y="385"/>
                      <a:pt x="1198" y="54"/>
                      <a:pt x="791" y="54"/>
                    </a:cubicBezTo>
                    <a:moveTo>
                      <a:pt x="791" y="1582"/>
                    </a:moveTo>
                    <a:cubicBezTo>
                      <a:pt x="355" y="1582"/>
                      <a:pt x="0" y="1227"/>
                      <a:pt x="0" y="791"/>
                    </a:cubicBezTo>
                    <a:cubicBezTo>
                      <a:pt x="0" y="355"/>
                      <a:pt x="355" y="0"/>
                      <a:pt x="791" y="0"/>
                    </a:cubicBezTo>
                    <a:cubicBezTo>
                      <a:pt x="1228" y="0"/>
                      <a:pt x="1583" y="355"/>
                      <a:pt x="1583" y="791"/>
                    </a:cubicBezTo>
                    <a:cubicBezTo>
                      <a:pt x="1583" y="1227"/>
                      <a:pt x="1228" y="1582"/>
                      <a:pt x="791" y="158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" name="Google Shape;202;p24">
                <a:extLst>
                  <a:ext uri="{FF2B5EF4-FFF2-40B4-BE49-F238E27FC236}">
                    <a16:creationId xmlns:a16="http://schemas.microsoft.com/office/drawing/2014/main" id="{6D45F5AE-8DB9-4D01-BCBE-9D6C730E36BF}"/>
                  </a:ext>
                </a:extLst>
              </p:cNvPr>
              <p:cNvSpPr/>
              <p:nvPr/>
            </p:nvSpPr>
            <p:spPr>
              <a:xfrm>
                <a:off x="5263200" y="2498760"/>
                <a:ext cx="340200" cy="339840"/>
              </a:xfrm>
              <a:custGeom>
                <a:avLst/>
                <a:gdLst/>
                <a:ahLst/>
                <a:cxnLst/>
                <a:rect l="l" t="t" r="r" b="b"/>
                <a:pathLst>
                  <a:path w="945" h="944" extrusionOk="0">
                    <a:moveTo>
                      <a:pt x="472" y="54"/>
                    </a:moveTo>
                    <a:cubicBezTo>
                      <a:pt x="242" y="54"/>
                      <a:pt x="54" y="241"/>
                      <a:pt x="54" y="472"/>
                    </a:cubicBezTo>
                    <a:cubicBezTo>
                      <a:pt x="54" y="703"/>
                      <a:pt x="242" y="890"/>
                      <a:pt x="472" y="890"/>
                    </a:cubicBezTo>
                    <a:cubicBezTo>
                      <a:pt x="703" y="890"/>
                      <a:pt x="891" y="703"/>
                      <a:pt x="891" y="472"/>
                    </a:cubicBezTo>
                    <a:cubicBezTo>
                      <a:pt x="891" y="241"/>
                      <a:pt x="703" y="54"/>
                      <a:pt x="472" y="54"/>
                    </a:cubicBezTo>
                    <a:moveTo>
                      <a:pt x="472" y="944"/>
                    </a:moveTo>
                    <a:cubicBezTo>
                      <a:pt x="212" y="944"/>
                      <a:pt x="0" y="733"/>
                      <a:pt x="0" y="472"/>
                    </a:cubicBezTo>
                    <a:cubicBezTo>
                      <a:pt x="0" y="212"/>
                      <a:pt x="212" y="0"/>
                      <a:pt x="472" y="0"/>
                    </a:cubicBezTo>
                    <a:cubicBezTo>
                      <a:pt x="733" y="0"/>
                      <a:pt x="945" y="212"/>
                      <a:pt x="945" y="472"/>
                    </a:cubicBezTo>
                    <a:cubicBezTo>
                      <a:pt x="945" y="733"/>
                      <a:pt x="733" y="944"/>
                      <a:pt x="472" y="94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0" name="Google Shape;203;p24">
              <a:extLst>
                <a:ext uri="{FF2B5EF4-FFF2-40B4-BE49-F238E27FC236}">
                  <a16:creationId xmlns:a16="http://schemas.microsoft.com/office/drawing/2014/main" id="{0F50A018-4237-4CD7-A9F4-3C3F3BF53582}"/>
                </a:ext>
              </a:extLst>
            </p:cNvPr>
            <p:cNvSpPr/>
            <p:nvPr/>
          </p:nvSpPr>
          <p:spPr>
            <a:xfrm>
              <a:off x="7138305" y="3141673"/>
              <a:ext cx="447947" cy="448501"/>
            </a:xfrm>
            <a:custGeom>
              <a:avLst/>
              <a:gdLst/>
              <a:ahLst/>
              <a:cxnLst/>
              <a:rect l="l" t="t" r="r" b="b"/>
              <a:pathLst>
                <a:path w="844" h="845" extrusionOk="0">
                  <a:moveTo>
                    <a:pt x="420" y="845"/>
                  </a:moveTo>
                  <a:cubicBezTo>
                    <a:pt x="412" y="845"/>
                    <a:pt x="406" y="843"/>
                    <a:pt x="400" y="837"/>
                  </a:cubicBezTo>
                  <a:cubicBezTo>
                    <a:pt x="390" y="827"/>
                    <a:pt x="390" y="809"/>
                    <a:pt x="400" y="799"/>
                  </a:cubicBezTo>
                  <a:lnTo>
                    <a:pt x="717" y="483"/>
                  </a:lnTo>
                  <a:cubicBezTo>
                    <a:pt x="814" y="385"/>
                    <a:pt x="814" y="226"/>
                    <a:pt x="717" y="128"/>
                  </a:cubicBezTo>
                  <a:cubicBezTo>
                    <a:pt x="670" y="81"/>
                    <a:pt x="607" y="54"/>
                    <a:pt x="540" y="54"/>
                  </a:cubicBezTo>
                  <a:cubicBezTo>
                    <a:pt x="473" y="54"/>
                    <a:pt x="410" y="81"/>
                    <a:pt x="362" y="128"/>
                  </a:cubicBezTo>
                  <a:lnTo>
                    <a:pt x="46" y="444"/>
                  </a:lnTo>
                  <a:cubicBezTo>
                    <a:pt x="36" y="455"/>
                    <a:pt x="18" y="455"/>
                    <a:pt x="7" y="444"/>
                  </a:cubicBezTo>
                  <a:cubicBezTo>
                    <a:pt x="-3" y="434"/>
                    <a:pt x="-3" y="417"/>
                    <a:pt x="7" y="406"/>
                  </a:cubicBezTo>
                  <a:lnTo>
                    <a:pt x="324" y="90"/>
                  </a:lnTo>
                  <a:cubicBezTo>
                    <a:pt x="382" y="32"/>
                    <a:pt x="459" y="0"/>
                    <a:pt x="540" y="0"/>
                  </a:cubicBezTo>
                  <a:cubicBezTo>
                    <a:pt x="621" y="0"/>
                    <a:pt x="698" y="32"/>
                    <a:pt x="755" y="90"/>
                  </a:cubicBezTo>
                  <a:cubicBezTo>
                    <a:pt x="874" y="208"/>
                    <a:pt x="874" y="402"/>
                    <a:pt x="755" y="520"/>
                  </a:cubicBezTo>
                  <a:lnTo>
                    <a:pt x="439" y="837"/>
                  </a:lnTo>
                  <a:cubicBezTo>
                    <a:pt x="433" y="843"/>
                    <a:pt x="426" y="845"/>
                    <a:pt x="420" y="84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04;p24">
              <a:extLst>
                <a:ext uri="{FF2B5EF4-FFF2-40B4-BE49-F238E27FC236}">
                  <a16:creationId xmlns:a16="http://schemas.microsoft.com/office/drawing/2014/main" id="{4034C6FF-87EC-4873-A1FC-444AFD130877}"/>
                </a:ext>
              </a:extLst>
            </p:cNvPr>
            <p:cNvSpPr/>
            <p:nvPr/>
          </p:nvSpPr>
          <p:spPr>
            <a:xfrm>
              <a:off x="7401434" y="-514637"/>
              <a:ext cx="1228035" cy="1228035"/>
            </a:xfrm>
            <a:custGeom>
              <a:avLst/>
              <a:gdLst/>
              <a:ahLst/>
              <a:cxnLst/>
              <a:rect l="l" t="t" r="r" b="b"/>
              <a:pathLst>
                <a:path w="2237" h="2237" extrusionOk="0">
                  <a:moveTo>
                    <a:pt x="36" y="2200"/>
                  </a:moveTo>
                  <a:lnTo>
                    <a:pt x="36" y="2200"/>
                  </a:lnTo>
                  <a:cubicBezTo>
                    <a:pt x="-12" y="2151"/>
                    <a:pt x="-12" y="2072"/>
                    <a:pt x="36" y="2023"/>
                  </a:cubicBezTo>
                  <a:lnTo>
                    <a:pt x="2022" y="37"/>
                  </a:lnTo>
                  <a:cubicBezTo>
                    <a:pt x="2071" y="-12"/>
                    <a:pt x="2151" y="-12"/>
                    <a:pt x="2200" y="37"/>
                  </a:cubicBezTo>
                  <a:cubicBezTo>
                    <a:pt x="2249" y="86"/>
                    <a:pt x="2249" y="166"/>
                    <a:pt x="2200" y="215"/>
                  </a:cubicBezTo>
                  <a:lnTo>
                    <a:pt x="214" y="2200"/>
                  </a:lnTo>
                  <a:cubicBezTo>
                    <a:pt x="165" y="2249"/>
                    <a:pt x="85" y="2249"/>
                    <a:pt x="36" y="220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" name="FOOTNUM">
            <a:extLst>
              <a:ext uri="{FF2B5EF4-FFF2-40B4-BE49-F238E27FC236}">
                <a16:creationId xmlns:a16="http://schemas.microsoft.com/office/drawing/2014/main" id="{F8681E39-9B81-4BA6-A028-B2154E91DCB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1AEE1A3-1EFC-485D-B2C8-59C4EE8823F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ITLE">
            <a:extLst>
              <a:ext uri="{FF2B5EF4-FFF2-40B4-BE49-F238E27FC236}">
                <a16:creationId xmlns:a16="http://schemas.microsoft.com/office/drawing/2014/main" id="{4B823EB1-1A21-4597-9B91-D0A846B7F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143" y="2357557"/>
            <a:ext cx="6814949" cy="1629863"/>
          </a:xfrm>
        </p:spPr>
        <p:txBody>
          <a:bodyPr anchor="t"/>
          <a:lstStyle>
            <a:lvl1pPr algn="l">
              <a:defRPr sz="4000">
                <a:solidFill>
                  <a:srgbClr val="00602B"/>
                </a:solidFill>
                <a:latin typeface="Nunito Black" panose="00000A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8" name="TXT1">
            <a:extLst>
              <a:ext uri="{FF2B5EF4-FFF2-40B4-BE49-F238E27FC236}">
                <a16:creationId xmlns:a16="http://schemas.microsoft.com/office/drawing/2014/main" id="{2ADA6620-F334-4716-BEC7-1118E47C60B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97988" y="1156079"/>
            <a:ext cx="1347631" cy="1201477"/>
          </a:xfrm>
          <a:solidFill>
            <a:srgbClr val="274932">
              <a:alpha val="5000"/>
            </a:srgbClr>
          </a:solidFill>
        </p:spPr>
        <p:txBody>
          <a:bodyPr anchor="ctr"/>
          <a:lstStyle>
            <a:lvl1pPr marL="0" indent="0" algn="ctr">
              <a:buNone/>
              <a:tabLst>
                <a:tab pos="0" algn="l"/>
              </a:tabLst>
              <a:defRPr sz="8000">
                <a:solidFill>
                  <a:srgbClr val="C00000"/>
                </a:solidFill>
                <a:latin typeface="Fry Pro" pitchFamily="50" charset="0"/>
              </a:defRPr>
            </a:lvl1pPr>
          </a:lstStyle>
          <a:p>
            <a:pPr lvl="0"/>
            <a:r>
              <a:rPr lang="en-US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4214396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.main_de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7A9DFDF-F914-4090-89BE-0A269CFA5535}"/>
              </a:ext>
            </a:extLst>
          </p:cNvPr>
          <p:cNvSpPr/>
          <p:nvPr userDrawn="1"/>
        </p:nvSpPr>
        <p:spPr>
          <a:xfrm>
            <a:off x="0" y="-2471"/>
            <a:ext cx="9144000" cy="689586"/>
          </a:xfrm>
          <a:prstGeom prst="rect">
            <a:avLst/>
          </a:prstGeom>
          <a:solidFill>
            <a:srgbClr val="3B63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Google Shape;48;p6">
            <a:extLst>
              <a:ext uri="{FF2B5EF4-FFF2-40B4-BE49-F238E27FC236}">
                <a16:creationId xmlns:a16="http://schemas.microsoft.com/office/drawing/2014/main" id="{6AC1B1CA-8E74-4E39-8F09-01652D4D1E67}"/>
              </a:ext>
            </a:extLst>
          </p:cNvPr>
          <p:cNvSpPr/>
          <p:nvPr userDrawn="1"/>
        </p:nvSpPr>
        <p:spPr>
          <a:xfrm>
            <a:off x="8517806" y="435914"/>
            <a:ext cx="799841" cy="799292"/>
          </a:xfrm>
          <a:custGeom>
            <a:avLst/>
            <a:gdLst/>
            <a:ahLst/>
            <a:cxnLst/>
            <a:rect l="l" t="t" r="r" b="b"/>
            <a:pathLst>
              <a:path w="1457" h="1456" extrusionOk="0">
                <a:moveTo>
                  <a:pt x="729" y="1456"/>
                </a:moveTo>
                <a:cubicBezTo>
                  <a:pt x="327" y="1456"/>
                  <a:pt x="0" y="1130"/>
                  <a:pt x="0" y="728"/>
                </a:cubicBezTo>
                <a:cubicBezTo>
                  <a:pt x="0" y="327"/>
                  <a:pt x="327" y="0"/>
                  <a:pt x="729" y="0"/>
                </a:cubicBezTo>
                <a:cubicBezTo>
                  <a:pt x="744" y="0"/>
                  <a:pt x="756" y="12"/>
                  <a:pt x="756" y="27"/>
                </a:cubicBezTo>
                <a:cubicBezTo>
                  <a:pt x="756" y="42"/>
                  <a:pt x="744" y="54"/>
                  <a:pt x="729" y="54"/>
                </a:cubicBezTo>
                <a:cubicBezTo>
                  <a:pt x="357" y="54"/>
                  <a:pt x="55" y="356"/>
                  <a:pt x="55" y="728"/>
                </a:cubicBezTo>
                <a:cubicBezTo>
                  <a:pt x="55" y="1100"/>
                  <a:pt x="357" y="1402"/>
                  <a:pt x="729" y="1402"/>
                </a:cubicBezTo>
                <a:cubicBezTo>
                  <a:pt x="1101" y="1402"/>
                  <a:pt x="1403" y="1100"/>
                  <a:pt x="1403" y="728"/>
                </a:cubicBezTo>
                <a:cubicBezTo>
                  <a:pt x="1403" y="713"/>
                  <a:pt x="1415" y="701"/>
                  <a:pt x="1430" y="701"/>
                </a:cubicBezTo>
                <a:cubicBezTo>
                  <a:pt x="1445" y="701"/>
                  <a:pt x="1457" y="713"/>
                  <a:pt x="1457" y="728"/>
                </a:cubicBezTo>
                <a:cubicBezTo>
                  <a:pt x="1457" y="1130"/>
                  <a:pt x="1130" y="1456"/>
                  <a:pt x="729" y="145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49;p6">
            <a:extLst>
              <a:ext uri="{FF2B5EF4-FFF2-40B4-BE49-F238E27FC236}">
                <a16:creationId xmlns:a16="http://schemas.microsoft.com/office/drawing/2014/main" id="{0ADB1513-71B8-4622-8EF2-D33DA5A074A7}"/>
              </a:ext>
            </a:extLst>
          </p:cNvPr>
          <p:cNvSpPr/>
          <p:nvPr userDrawn="1"/>
        </p:nvSpPr>
        <p:spPr>
          <a:xfrm>
            <a:off x="8648460" y="566019"/>
            <a:ext cx="539083" cy="539083"/>
          </a:xfrm>
          <a:custGeom>
            <a:avLst/>
            <a:gdLst/>
            <a:ahLst/>
            <a:cxnLst/>
            <a:rect l="l" t="t" r="r" b="b"/>
            <a:pathLst>
              <a:path w="982" h="982" extrusionOk="0">
                <a:moveTo>
                  <a:pt x="491" y="271"/>
                </a:moveTo>
                <a:cubicBezTo>
                  <a:pt x="370" y="271"/>
                  <a:pt x="271" y="370"/>
                  <a:pt x="271" y="491"/>
                </a:cubicBezTo>
                <a:cubicBezTo>
                  <a:pt x="271" y="612"/>
                  <a:pt x="370" y="711"/>
                  <a:pt x="491" y="711"/>
                </a:cubicBezTo>
                <a:cubicBezTo>
                  <a:pt x="612" y="711"/>
                  <a:pt x="711" y="612"/>
                  <a:pt x="711" y="491"/>
                </a:cubicBezTo>
                <a:cubicBezTo>
                  <a:pt x="711" y="370"/>
                  <a:pt x="612" y="271"/>
                  <a:pt x="491" y="271"/>
                </a:cubicBezTo>
                <a:moveTo>
                  <a:pt x="491" y="982"/>
                </a:moveTo>
                <a:cubicBezTo>
                  <a:pt x="220" y="982"/>
                  <a:pt x="0" y="762"/>
                  <a:pt x="0" y="491"/>
                </a:cubicBezTo>
                <a:cubicBezTo>
                  <a:pt x="0" y="221"/>
                  <a:pt x="220" y="0"/>
                  <a:pt x="491" y="0"/>
                </a:cubicBezTo>
                <a:cubicBezTo>
                  <a:pt x="761" y="0"/>
                  <a:pt x="982" y="221"/>
                  <a:pt x="982" y="491"/>
                </a:cubicBezTo>
                <a:cubicBezTo>
                  <a:pt x="982" y="762"/>
                  <a:pt x="761" y="982"/>
                  <a:pt x="491" y="98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50;p6">
            <a:extLst>
              <a:ext uri="{FF2B5EF4-FFF2-40B4-BE49-F238E27FC236}">
                <a16:creationId xmlns:a16="http://schemas.microsoft.com/office/drawing/2014/main" id="{6BA4660D-0081-46B0-945B-FA6B6A35E0DE}"/>
              </a:ext>
            </a:extLst>
          </p:cNvPr>
          <p:cNvSpPr/>
          <p:nvPr userDrawn="1"/>
        </p:nvSpPr>
        <p:spPr>
          <a:xfrm>
            <a:off x="8517484" y="-739612"/>
            <a:ext cx="1228035" cy="1228035"/>
          </a:xfrm>
          <a:custGeom>
            <a:avLst/>
            <a:gdLst/>
            <a:ahLst/>
            <a:cxnLst/>
            <a:rect l="l" t="t" r="r" b="b"/>
            <a:pathLst>
              <a:path w="2237" h="2237" extrusionOk="0">
                <a:moveTo>
                  <a:pt x="36" y="2200"/>
                </a:moveTo>
                <a:lnTo>
                  <a:pt x="36" y="2200"/>
                </a:lnTo>
                <a:cubicBezTo>
                  <a:pt x="-12" y="2151"/>
                  <a:pt x="-12" y="2072"/>
                  <a:pt x="36" y="2023"/>
                </a:cubicBezTo>
                <a:lnTo>
                  <a:pt x="2022" y="37"/>
                </a:lnTo>
                <a:cubicBezTo>
                  <a:pt x="2071" y="-12"/>
                  <a:pt x="2151" y="-12"/>
                  <a:pt x="2200" y="37"/>
                </a:cubicBezTo>
                <a:cubicBezTo>
                  <a:pt x="2249" y="86"/>
                  <a:pt x="2249" y="166"/>
                  <a:pt x="2200" y="215"/>
                </a:cubicBezTo>
                <a:lnTo>
                  <a:pt x="214" y="2200"/>
                </a:lnTo>
                <a:cubicBezTo>
                  <a:pt x="165" y="2249"/>
                  <a:pt x="85" y="2249"/>
                  <a:pt x="36" y="220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51;p6">
            <a:extLst>
              <a:ext uri="{FF2B5EF4-FFF2-40B4-BE49-F238E27FC236}">
                <a16:creationId xmlns:a16="http://schemas.microsoft.com/office/drawing/2014/main" id="{A69FB9DE-B379-42D2-A7FF-71E3DF5C2ED3}"/>
              </a:ext>
            </a:extLst>
          </p:cNvPr>
          <p:cNvSpPr/>
          <p:nvPr userDrawn="1"/>
        </p:nvSpPr>
        <p:spPr>
          <a:xfrm>
            <a:off x="-670166" y="4714488"/>
            <a:ext cx="1228035" cy="1228035"/>
          </a:xfrm>
          <a:custGeom>
            <a:avLst/>
            <a:gdLst/>
            <a:ahLst/>
            <a:cxnLst/>
            <a:rect l="l" t="t" r="r" b="b"/>
            <a:pathLst>
              <a:path w="2237" h="2237" extrusionOk="0">
                <a:moveTo>
                  <a:pt x="36" y="2200"/>
                </a:moveTo>
                <a:lnTo>
                  <a:pt x="36" y="2200"/>
                </a:lnTo>
                <a:cubicBezTo>
                  <a:pt x="-12" y="2151"/>
                  <a:pt x="-12" y="2072"/>
                  <a:pt x="36" y="2023"/>
                </a:cubicBezTo>
                <a:lnTo>
                  <a:pt x="2022" y="37"/>
                </a:lnTo>
                <a:cubicBezTo>
                  <a:pt x="2071" y="-12"/>
                  <a:pt x="2151" y="-12"/>
                  <a:pt x="2200" y="37"/>
                </a:cubicBezTo>
                <a:cubicBezTo>
                  <a:pt x="2249" y="86"/>
                  <a:pt x="2249" y="166"/>
                  <a:pt x="2200" y="215"/>
                </a:cubicBezTo>
                <a:lnTo>
                  <a:pt x="214" y="2200"/>
                </a:lnTo>
                <a:cubicBezTo>
                  <a:pt x="165" y="2249"/>
                  <a:pt x="85" y="2249"/>
                  <a:pt x="36" y="220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45;p6">
            <a:extLst>
              <a:ext uri="{FF2B5EF4-FFF2-40B4-BE49-F238E27FC236}">
                <a16:creationId xmlns:a16="http://schemas.microsoft.com/office/drawing/2014/main" id="{C1E9EE4F-C4F2-4DAA-A582-D81B6B080C49}"/>
              </a:ext>
            </a:extLst>
          </p:cNvPr>
          <p:cNvSpPr/>
          <p:nvPr userDrawn="1"/>
        </p:nvSpPr>
        <p:spPr>
          <a:xfrm>
            <a:off x="-443837" y="4065499"/>
            <a:ext cx="887675" cy="887675"/>
          </a:xfrm>
          <a:custGeom>
            <a:avLst/>
            <a:gdLst/>
            <a:ahLst/>
            <a:cxnLst/>
            <a:rect l="l" t="t" r="r" b="b"/>
            <a:pathLst>
              <a:path w="1617" h="1617" extrusionOk="0">
                <a:moveTo>
                  <a:pt x="808" y="54"/>
                </a:moveTo>
                <a:cubicBezTo>
                  <a:pt x="392" y="54"/>
                  <a:pt x="54" y="392"/>
                  <a:pt x="54" y="808"/>
                </a:cubicBezTo>
                <a:cubicBezTo>
                  <a:pt x="54" y="1225"/>
                  <a:pt x="392" y="1563"/>
                  <a:pt x="808" y="1563"/>
                </a:cubicBezTo>
                <a:cubicBezTo>
                  <a:pt x="1224" y="1563"/>
                  <a:pt x="1562" y="1225"/>
                  <a:pt x="1562" y="808"/>
                </a:cubicBezTo>
                <a:cubicBezTo>
                  <a:pt x="1562" y="392"/>
                  <a:pt x="1224" y="54"/>
                  <a:pt x="808" y="54"/>
                </a:cubicBezTo>
                <a:moveTo>
                  <a:pt x="808" y="1617"/>
                </a:moveTo>
                <a:cubicBezTo>
                  <a:pt x="363" y="1617"/>
                  <a:pt x="0" y="1254"/>
                  <a:pt x="0" y="808"/>
                </a:cubicBezTo>
                <a:cubicBezTo>
                  <a:pt x="0" y="363"/>
                  <a:pt x="363" y="0"/>
                  <a:pt x="808" y="0"/>
                </a:cubicBezTo>
                <a:cubicBezTo>
                  <a:pt x="1254" y="0"/>
                  <a:pt x="1617" y="363"/>
                  <a:pt x="1617" y="808"/>
                </a:cubicBezTo>
                <a:cubicBezTo>
                  <a:pt x="1617" y="1254"/>
                  <a:pt x="1254" y="1617"/>
                  <a:pt x="808" y="161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46;p6">
            <a:extLst>
              <a:ext uri="{FF2B5EF4-FFF2-40B4-BE49-F238E27FC236}">
                <a16:creationId xmlns:a16="http://schemas.microsoft.com/office/drawing/2014/main" id="{0B4BFEEA-E2EF-4A54-9908-D522BDC036E8}"/>
              </a:ext>
            </a:extLst>
          </p:cNvPr>
          <p:cNvSpPr/>
          <p:nvPr userDrawn="1"/>
        </p:nvSpPr>
        <p:spPr>
          <a:xfrm>
            <a:off x="-264875" y="4244461"/>
            <a:ext cx="529201" cy="529750"/>
          </a:xfrm>
          <a:custGeom>
            <a:avLst/>
            <a:gdLst/>
            <a:ahLst/>
            <a:cxnLst/>
            <a:rect l="l" t="t" r="r" b="b"/>
            <a:pathLst>
              <a:path w="964" h="965" extrusionOk="0">
                <a:moveTo>
                  <a:pt x="482" y="54"/>
                </a:moveTo>
                <a:cubicBezTo>
                  <a:pt x="246" y="54"/>
                  <a:pt x="54" y="246"/>
                  <a:pt x="54" y="482"/>
                </a:cubicBezTo>
                <a:cubicBezTo>
                  <a:pt x="54" y="719"/>
                  <a:pt x="246" y="911"/>
                  <a:pt x="482" y="911"/>
                </a:cubicBezTo>
                <a:cubicBezTo>
                  <a:pt x="718" y="911"/>
                  <a:pt x="911" y="719"/>
                  <a:pt x="911" y="482"/>
                </a:cubicBezTo>
                <a:cubicBezTo>
                  <a:pt x="911" y="246"/>
                  <a:pt x="718" y="54"/>
                  <a:pt x="482" y="54"/>
                </a:cubicBezTo>
                <a:moveTo>
                  <a:pt x="482" y="965"/>
                </a:moveTo>
                <a:cubicBezTo>
                  <a:pt x="216" y="965"/>
                  <a:pt x="0" y="748"/>
                  <a:pt x="0" y="482"/>
                </a:cubicBezTo>
                <a:cubicBezTo>
                  <a:pt x="0" y="216"/>
                  <a:pt x="216" y="0"/>
                  <a:pt x="482" y="0"/>
                </a:cubicBezTo>
                <a:cubicBezTo>
                  <a:pt x="748" y="0"/>
                  <a:pt x="964" y="216"/>
                  <a:pt x="964" y="482"/>
                </a:cubicBezTo>
                <a:cubicBezTo>
                  <a:pt x="964" y="748"/>
                  <a:pt x="748" y="965"/>
                  <a:pt x="482" y="96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C34D4AA-BF4A-4D61-B6A2-0A540B89EB60}"/>
              </a:ext>
            </a:extLst>
          </p:cNvPr>
          <p:cNvCxnSpPr>
            <a:cxnSpLocks/>
          </p:cNvCxnSpPr>
          <p:nvPr userDrawn="1"/>
        </p:nvCxnSpPr>
        <p:spPr>
          <a:xfrm>
            <a:off x="279566" y="617934"/>
            <a:ext cx="0" cy="380286"/>
          </a:xfrm>
          <a:prstGeom prst="straightConnector1">
            <a:avLst/>
          </a:prstGeom>
          <a:ln w="38100">
            <a:solidFill>
              <a:srgbClr val="3B635A">
                <a:alpha val="70000"/>
              </a:srgb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NUM">
            <a:extLst>
              <a:ext uri="{FF2B5EF4-FFF2-40B4-BE49-F238E27FC236}">
                <a16:creationId xmlns:a16="http://schemas.microsoft.com/office/drawing/2014/main" id="{88873E20-6CA0-4148-B0DC-2710727CCE5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1AEE1A3-1EFC-485D-B2C8-59C4EE8823F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XT1">
            <a:extLst>
              <a:ext uri="{FF2B5EF4-FFF2-40B4-BE49-F238E27FC236}">
                <a16:creationId xmlns:a16="http://schemas.microsoft.com/office/drawing/2014/main" id="{5B2B5D49-C590-43F4-89DC-4FE33270924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6893" y="1235206"/>
            <a:ext cx="8253646" cy="2211028"/>
          </a:xfrm>
        </p:spPr>
        <p:txBody>
          <a:bodyPr/>
          <a:lstStyle>
            <a:lvl1pPr marL="360363" indent="-182563" defTabSz="1800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100000"/>
              <a:buFont typeface="Lexend" panose="020B0604020202020204" charset="0"/>
              <a:buChar char="−"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538163" indent="-198438" defTabSz="1800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90000"/>
              <a:buFont typeface="Lexend" panose="020B0604020202020204" charset="0"/>
              <a:buChar char="+"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715963" indent="-177800" defTabSz="1800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§"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898525" indent="-177800" defTabSz="1800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•"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076325" indent="-177800" defTabSz="1800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90000"/>
              <a:tabLst>
                <a:tab pos="1076325" algn="l"/>
              </a:tabLst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3C0BD581-B970-4007-8BDF-552D7E6C623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7038" y="711547"/>
            <a:ext cx="8090445" cy="396141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1200"/>
              </a:spcAft>
              <a:buNone/>
              <a:defRPr sz="2000" i="1">
                <a:solidFill>
                  <a:srgbClr val="3B635A"/>
                </a:solidFill>
                <a:latin typeface="Nunito Black" panose="00000A00000000000000" pitchFamily="2" charset="0"/>
              </a:defRPr>
            </a:lvl1pPr>
          </a:lstStyle>
          <a:p>
            <a:pPr lvl="0"/>
            <a:r>
              <a:rPr lang="en-US"/>
              <a:t>x.x. Add subtitle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D4CC530C-E380-44B3-9435-E54517C0D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893" y="15089"/>
            <a:ext cx="8253646" cy="652295"/>
          </a:xfrm>
        </p:spPr>
        <p:txBody>
          <a:bodyPr anchor="ctr"/>
          <a:lstStyle>
            <a:lvl1pPr algn="l">
              <a:defRPr sz="2800">
                <a:solidFill>
                  <a:schemeClr val="accent6"/>
                </a:solidFill>
                <a:latin typeface="Nunito Black" panose="00000A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59052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.main_non_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46;p6">
            <a:extLst>
              <a:ext uri="{FF2B5EF4-FFF2-40B4-BE49-F238E27FC236}">
                <a16:creationId xmlns:a16="http://schemas.microsoft.com/office/drawing/2014/main" id="{0B4BFEEA-E2EF-4A54-9908-D522BDC036E8}"/>
              </a:ext>
            </a:extLst>
          </p:cNvPr>
          <p:cNvSpPr/>
          <p:nvPr userDrawn="1"/>
        </p:nvSpPr>
        <p:spPr>
          <a:xfrm>
            <a:off x="-264875" y="4244461"/>
            <a:ext cx="529201" cy="529750"/>
          </a:xfrm>
          <a:custGeom>
            <a:avLst/>
            <a:gdLst/>
            <a:ahLst/>
            <a:cxnLst/>
            <a:rect l="l" t="t" r="r" b="b"/>
            <a:pathLst>
              <a:path w="964" h="965" extrusionOk="0">
                <a:moveTo>
                  <a:pt x="482" y="54"/>
                </a:moveTo>
                <a:cubicBezTo>
                  <a:pt x="246" y="54"/>
                  <a:pt x="54" y="246"/>
                  <a:pt x="54" y="482"/>
                </a:cubicBezTo>
                <a:cubicBezTo>
                  <a:pt x="54" y="719"/>
                  <a:pt x="246" y="911"/>
                  <a:pt x="482" y="911"/>
                </a:cubicBezTo>
                <a:cubicBezTo>
                  <a:pt x="718" y="911"/>
                  <a:pt x="911" y="719"/>
                  <a:pt x="911" y="482"/>
                </a:cubicBezTo>
                <a:cubicBezTo>
                  <a:pt x="911" y="246"/>
                  <a:pt x="718" y="54"/>
                  <a:pt x="482" y="54"/>
                </a:cubicBezTo>
                <a:moveTo>
                  <a:pt x="482" y="965"/>
                </a:moveTo>
                <a:cubicBezTo>
                  <a:pt x="216" y="965"/>
                  <a:pt x="0" y="748"/>
                  <a:pt x="0" y="482"/>
                </a:cubicBezTo>
                <a:cubicBezTo>
                  <a:pt x="0" y="216"/>
                  <a:pt x="216" y="0"/>
                  <a:pt x="482" y="0"/>
                </a:cubicBezTo>
                <a:cubicBezTo>
                  <a:pt x="748" y="0"/>
                  <a:pt x="964" y="216"/>
                  <a:pt x="964" y="482"/>
                </a:cubicBezTo>
                <a:cubicBezTo>
                  <a:pt x="964" y="748"/>
                  <a:pt x="748" y="965"/>
                  <a:pt x="482" y="96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45;p6">
            <a:extLst>
              <a:ext uri="{FF2B5EF4-FFF2-40B4-BE49-F238E27FC236}">
                <a16:creationId xmlns:a16="http://schemas.microsoft.com/office/drawing/2014/main" id="{C1E9EE4F-C4F2-4DAA-A582-D81B6B080C49}"/>
              </a:ext>
            </a:extLst>
          </p:cNvPr>
          <p:cNvSpPr/>
          <p:nvPr userDrawn="1"/>
        </p:nvSpPr>
        <p:spPr>
          <a:xfrm>
            <a:off x="-443837" y="4065499"/>
            <a:ext cx="887675" cy="887675"/>
          </a:xfrm>
          <a:custGeom>
            <a:avLst/>
            <a:gdLst/>
            <a:ahLst/>
            <a:cxnLst/>
            <a:rect l="l" t="t" r="r" b="b"/>
            <a:pathLst>
              <a:path w="1617" h="1617" extrusionOk="0">
                <a:moveTo>
                  <a:pt x="808" y="54"/>
                </a:moveTo>
                <a:cubicBezTo>
                  <a:pt x="392" y="54"/>
                  <a:pt x="54" y="392"/>
                  <a:pt x="54" y="808"/>
                </a:cubicBezTo>
                <a:cubicBezTo>
                  <a:pt x="54" y="1225"/>
                  <a:pt x="392" y="1563"/>
                  <a:pt x="808" y="1563"/>
                </a:cubicBezTo>
                <a:cubicBezTo>
                  <a:pt x="1224" y="1563"/>
                  <a:pt x="1562" y="1225"/>
                  <a:pt x="1562" y="808"/>
                </a:cubicBezTo>
                <a:cubicBezTo>
                  <a:pt x="1562" y="392"/>
                  <a:pt x="1224" y="54"/>
                  <a:pt x="808" y="54"/>
                </a:cubicBezTo>
                <a:moveTo>
                  <a:pt x="808" y="1617"/>
                </a:moveTo>
                <a:cubicBezTo>
                  <a:pt x="363" y="1617"/>
                  <a:pt x="0" y="1254"/>
                  <a:pt x="0" y="808"/>
                </a:cubicBezTo>
                <a:cubicBezTo>
                  <a:pt x="0" y="363"/>
                  <a:pt x="363" y="0"/>
                  <a:pt x="808" y="0"/>
                </a:cubicBezTo>
                <a:cubicBezTo>
                  <a:pt x="1254" y="0"/>
                  <a:pt x="1617" y="363"/>
                  <a:pt x="1617" y="808"/>
                </a:cubicBezTo>
                <a:cubicBezTo>
                  <a:pt x="1617" y="1254"/>
                  <a:pt x="1254" y="1617"/>
                  <a:pt x="808" y="161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51;p6">
            <a:extLst>
              <a:ext uri="{FF2B5EF4-FFF2-40B4-BE49-F238E27FC236}">
                <a16:creationId xmlns:a16="http://schemas.microsoft.com/office/drawing/2014/main" id="{A69FB9DE-B379-42D2-A7FF-71E3DF5C2ED3}"/>
              </a:ext>
            </a:extLst>
          </p:cNvPr>
          <p:cNvSpPr/>
          <p:nvPr userDrawn="1"/>
        </p:nvSpPr>
        <p:spPr>
          <a:xfrm>
            <a:off x="-670166" y="4714488"/>
            <a:ext cx="1228035" cy="1228035"/>
          </a:xfrm>
          <a:custGeom>
            <a:avLst/>
            <a:gdLst/>
            <a:ahLst/>
            <a:cxnLst/>
            <a:rect l="l" t="t" r="r" b="b"/>
            <a:pathLst>
              <a:path w="2237" h="2237" extrusionOk="0">
                <a:moveTo>
                  <a:pt x="36" y="2200"/>
                </a:moveTo>
                <a:lnTo>
                  <a:pt x="36" y="2200"/>
                </a:lnTo>
                <a:cubicBezTo>
                  <a:pt x="-12" y="2151"/>
                  <a:pt x="-12" y="2072"/>
                  <a:pt x="36" y="2023"/>
                </a:cubicBezTo>
                <a:lnTo>
                  <a:pt x="2022" y="37"/>
                </a:lnTo>
                <a:cubicBezTo>
                  <a:pt x="2071" y="-12"/>
                  <a:pt x="2151" y="-12"/>
                  <a:pt x="2200" y="37"/>
                </a:cubicBezTo>
                <a:cubicBezTo>
                  <a:pt x="2249" y="86"/>
                  <a:pt x="2249" y="166"/>
                  <a:pt x="2200" y="215"/>
                </a:cubicBezTo>
                <a:lnTo>
                  <a:pt x="214" y="2200"/>
                </a:lnTo>
                <a:cubicBezTo>
                  <a:pt x="165" y="2249"/>
                  <a:pt x="85" y="2249"/>
                  <a:pt x="36" y="220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A9DFDF-F914-4090-89BE-0A269CFA5535}"/>
              </a:ext>
            </a:extLst>
          </p:cNvPr>
          <p:cNvSpPr/>
          <p:nvPr userDrawn="1"/>
        </p:nvSpPr>
        <p:spPr>
          <a:xfrm>
            <a:off x="0" y="-2471"/>
            <a:ext cx="9144000" cy="689586"/>
          </a:xfrm>
          <a:prstGeom prst="rect">
            <a:avLst/>
          </a:prstGeom>
          <a:solidFill>
            <a:srgbClr val="3B63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Google Shape;49;p6">
            <a:extLst>
              <a:ext uri="{FF2B5EF4-FFF2-40B4-BE49-F238E27FC236}">
                <a16:creationId xmlns:a16="http://schemas.microsoft.com/office/drawing/2014/main" id="{84F95A7F-6A44-41F8-9B7B-69D5F00F8B92}"/>
              </a:ext>
            </a:extLst>
          </p:cNvPr>
          <p:cNvSpPr/>
          <p:nvPr userDrawn="1"/>
        </p:nvSpPr>
        <p:spPr>
          <a:xfrm>
            <a:off x="8648460" y="566019"/>
            <a:ext cx="539083" cy="539083"/>
          </a:xfrm>
          <a:custGeom>
            <a:avLst/>
            <a:gdLst/>
            <a:ahLst/>
            <a:cxnLst/>
            <a:rect l="l" t="t" r="r" b="b"/>
            <a:pathLst>
              <a:path w="982" h="982" extrusionOk="0">
                <a:moveTo>
                  <a:pt x="491" y="271"/>
                </a:moveTo>
                <a:cubicBezTo>
                  <a:pt x="370" y="271"/>
                  <a:pt x="271" y="370"/>
                  <a:pt x="271" y="491"/>
                </a:cubicBezTo>
                <a:cubicBezTo>
                  <a:pt x="271" y="612"/>
                  <a:pt x="370" y="711"/>
                  <a:pt x="491" y="711"/>
                </a:cubicBezTo>
                <a:cubicBezTo>
                  <a:pt x="612" y="711"/>
                  <a:pt x="711" y="612"/>
                  <a:pt x="711" y="491"/>
                </a:cubicBezTo>
                <a:cubicBezTo>
                  <a:pt x="711" y="370"/>
                  <a:pt x="612" y="271"/>
                  <a:pt x="491" y="271"/>
                </a:cubicBezTo>
                <a:moveTo>
                  <a:pt x="491" y="982"/>
                </a:moveTo>
                <a:cubicBezTo>
                  <a:pt x="220" y="982"/>
                  <a:pt x="0" y="762"/>
                  <a:pt x="0" y="491"/>
                </a:cubicBezTo>
                <a:cubicBezTo>
                  <a:pt x="0" y="221"/>
                  <a:pt x="220" y="0"/>
                  <a:pt x="491" y="0"/>
                </a:cubicBezTo>
                <a:cubicBezTo>
                  <a:pt x="761" y="0"/>
                  <a:pt x="982" y="221"/>
                  <a:pt x="982" y="491"/>
                </a:cubicBezTo>
                <a:cubicBezTo>
                  <a:pt x="982" y="762"/>
                  <a:pt x="761" y="982"/>
                  <a:pt x="491" y="98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48;p6">
            <a:extLst>
              <a:ext uri="{FF2B5EF4-FFF2-40B4-BE49-F238E27FC236}">
                <a16:creationId xmlns:a16="http://schemas.microsoft.com/office/drawing/2014/main" id="{6AC1B1CA-8E74-4E39-8F09-01652D4D1E67}"/>
              </a:ext>
            </a:extLst>
          </p:cNvPr>
          <p:cNvSpPr/>
          <p:nvPr userDrawn="1"/>
        </p:nvSpPr>
        <p:spPr>
          <a:xfrm>
            <a:off x="8517806" y="435914"/>
            <a:ext cx="799841" cy="799292"/>
          </a:xfrm>
          <a:custGeom>
            <a:avLst/>
            <a:gdLst/>
            <a:ahLst/>
            <a:cxnLst/>
            <a:rect l="l" t="t" r="r" b="b"/>
            <a:pathLst>
              <a:path w="1457" h="1456" extrusionOk="0">
                <a:moveTo>
                  <a:pt x="729" y="1456"/>
                </a:moveTo>
                <a:cubicBezTo>
                  <a:pt x="327" y="1456"/>
                  <a:pt x="0" y="1130"/>
                  <a:pt x="0" y="728"/>
                </a:cubicBezTo>
                <a:cubicBezTo>
                  <a:pt x="0" y="327"/>
                  <a:pt x="327" y="0"/>
                  <a:pt x="729" y="0"/>
                </a:cubicBezTo>
                <a:cubicBezTo>
                  <a:pt x="744" y="0"/>
                  <a:pt x="756" y="12"/>
                  <a:pt x="756" y="27"/>
                </a:cubicBezTo>
                <a:cubicBezTo>
                  <a:pt x="756" y="42"/>
                  <a:pt x="744" y="54"/>
                  <a:pt x="729" y="54"/>
                </a:cubicBezTo>
                <a:cubicBezTo>
                  <a:pt x="357" y="54"/>
                  <a:pt x="55" y="356"/>
                  <a:pt x="55" y="728"/>
                </a:cubicBezTo>
                <a:cubicBezTo>
                  <a:pt x="55" y="1100"/>
                  <a:pt x="357" y="1402"/>
                  <a:pt x="729" y="1402"/>
                </a:cubicBezTo>
                <a:cubicBezTo>
                  <a:pt x="1101" y="1402"/>
                  <a:pt x="1403" y="1100"/>
                  <a:pt x="1403" y="728"/>
                </a:cubicBezTo>
                <a:cubicBezTo>
                  <a:pt x="1403" y="713"/>
                  <a:pt x="1415" y="701"/>
                  <a:pt x="1430" y="701"/>
                </a:cubicBezTo>
                <a:cubicBezTo>
                  <a:pt x="1445" y="701"/>
                  <a:pt x="1457" y="713"/>
                  <a:pt x="1457" y="728"/>
                </a:cubicBezTo>
                <a:cubicBezTo>
                  <a:pt x="1457" y="1130"/>
                  <a:pt x="1130" y="1456"/>
                  <a:pt x="729" y="145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50;p6">
            <a:extLst>
              <a:ext uri="{FF2B5EF4-FFF2-40B4-BE49-F238E27FC236}">
                <a16:creationId xmlns:a16="http://schemas.microsoft.com/office/drawing/2014/main" id="{6BA4660D-0081-46B0-945B-FA6B6A35E0DE}"/>
              </a:ext>
            </a:extLst>
          </p:cNvPr>
          <p:cNvSpPr/>
          <p:nvPr userDrawn="1"/>
        </p:nvSpPr>
        <p:spPr>
          <a:xfrm>
            <a:off x="8517484" y="-739612"/>
            <a:ext cx="1228035" cy="1228035"/>
          </a:xfrm>
          <a:custGeom>
            <a:avLst/>
            <a:gdLst/>
            <a:ahLst/>
            <a:cxnLst/>
            <a:rect l="l" t="t" r="r" b="b"/>
            <a:pathLst>
              <a:path w="2237" h="2237" extrusionOk="0">
                <a:moveTo>
                  <a:pt x="36" y="2200"/>
                </a:moveTo>
                <a:lnTo>
                  <a:pt x="36" y="2200"/>
                </a:lnTo>
                <a:cubicBezTo>
                  <a:pt x="-12" y="2151"/>
                  <a:pt x="-12" y="2072"/>
                  <a:pt x="36" y="2023"/>
                </a:cubicBezTo>
                <a:lnTo>
                  <a:pt x="2022" y="37"/>
                </a:lnTo>
                <a:cubicBezTo>
                  <a:pt x="2071" y="-12"/>
                  <a:pt x="2151" y="-12"/>
                  <a:pt x="2200" y="37"/>
                </a:cubicBezTo>
                <a:cubicBezTo>
                  <a:pt x="2249" y="86"/>
                  <a:pt x="2249" y="166"/>
                  <a:pt x="2200" y="215"/>
                </a:cubicBezTo>
                <a:lnTo>
                  <a:pt x="214" y="2200"/>
                </a:lnTo>
                <a:cubicBezTo>
                  <a:pt x="165" y="2249"/>
                  <a:pt x="85" y="2249"/>
                  <a:pt x="36" y="220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C34D4AA-BF4A-4D61-B6A2-0A540B89EB60}"/>
              </a:ext>
            </a:extLst>
          </p:cNvPr>
          <p:cNvCxnSpPr>
            <a:cxnSpLocks/>
          </p:cNvCxnSpPr>
          <p:nvPr userDrawn="1"/>
        </p:nvCxnSpPr>
        <p:spPr>
          <a:xfrm>
            <a:off x="279566" y="617934"/>
            <a:ext cx="0" cy="380286"/>
          </a:xfrm>
          <a:prstGeom prst="straightConnector1">
            <a:avLst/>
          </a:prstGeom>
          <a:ln w="38100">
            <a:solidFill>
              <a:srgbClr val="3B635A">
                <a:alpha val="70000"/>
              </a:srgb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NUM">
            <a:extLst>
              <a:ext uri="{FF2B5EF4-FFF2-40B4-BE49-F238E27FC236}">
                <a16:creationId xmlns:a16="http://schemas.microsoft.com/office/drawing/2014/main" id="{88873E20-6CA0-4148-B0DC-2710727CCE5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1AEE1A3-1EFC-485D-B2C8-59C4EE8823F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XT1">
            <a:extLst>
              <a:ext uri="{FF2B5EF4-FFF2-40B4-BE49-F238E27FC236}">
                <a16:creationId xmlns:a16="http://schemas.microsoft.com/office/drawing/2014/main" id="{5B2B5D49-C590-43F4-89DC-4FE33270924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6893" y="698682"/>
            <a:ext cx="8253646" cy="2555058"/>
          </a:xfrm>
        </p:spPr>
        <p:txBody>
          <a:bodyPr/>
          <a:lstStyle>
            <a:lvl1pPr marL="360363" indent="-182563" defTabSz="1800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100000"/>
              <a:buFont typeface="Lexend" panose="020B0604020202020204" charset="0"/>
              <a:buChar char="−"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538163" indent="-198438" defTabSz="1800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90000"/>
              <a:buFont typeface="Lexend" panose="020B0604020202020204" charset="0"/>
              <a:buChar char="+"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715963" indent="-177800" defTabSz="1800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§"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898525" indent="-177800" defTabSz="1800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•"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076325" indent="-177800" defTabSz="1800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90000"/>
              <a:tabLst>
                <a:tab pos="1076325" algn="l"/>
              </a:tabLst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D4CC530C-E380-44B3-9435-E54517C0D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893" y="15089"/>
            <a:ext cx="8253646" cy="652295"/>
          </a:xfrm>
        </p:spPr>
        <p:txBody>
          <a:bodyPr anchor="ctr"/>
          <a:lstStyle>
            <a:lvl1pPr algn="l">
              <a:defRPr sz="2800">
                <a:solidFill>
                  <a:schemeClr val="accent6"/>
                </a:solidFill>
                <a:latin typeface="Nunito Black" panose="00000A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22534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.main2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7A9DFDF-F914-4090-89BE-0A269CFA5535}"/>
              </a:ext>
            </a:extLst>
          </p:cNvPr>
          <p:cNvSpPr/>
          <p:nvPr userDrawn="1"/>
        </p:nvSpPr>
        <p:spPr>
          <a:xfrm>
            <a:off x="0" y="-2471"/>
            <a:ext cx="9144000" cy="689586"/>
          </a:xfrm>
          <a:prstGeom prst="rect">
            <a:avLst/>
          </a:prstGeom>
          <a:solidFill>
            <a:srgbClr val="3B63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C34D4AA-BF4A-4D61-B6A2-0A540B89EB60}"/>
              </a:ext>
            </a:extLst>
          </p:cNvPr>
          <p:cNvCxnSpPr>
            <a:cxnSpLocks/>
          </p:cNvCxnSpPr>
          <p:nvPr userDrawn="1"/>
        </p:nvCxnSpPr>
        <p:spPr>
          <a:xfrm>
            <a:off x="279566" y="617934"/>
            <a:ext cx="0" cy="380286"/>
          </a:xfrm>
          <a:prstGeom prst="straightConnector1">
            <a:avLst/>
          </a:prstGeom>
          <a:ln w="38100">
            <a:solidFill>
              <a:srgbClr val="3B635A">
                <a:alpha val="70000"/>
              </a:srgb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Google Shape;49;p6">
            <a:extLst>
              <a:ext uri="{FF2B5EF4-FFF2-40B4-BE49-F238E27FC236}">
                <a16:creationId xmlns:a16="http://schemas.microsoft.com/office/drawing/2014/main" id="{5C19C0AC-0DC3-4B71-9A2C-9147A9C8C1BE}"/>
              </a:ext>
            </a:extLst>
          </p:cNvPr>
          <p:cNvSpPr/>
          <p:nvPr userDrawn="1"/>
        </p:nvSpPr>
        <p:spPr>
          <a:xfrm>
            <a:off x="8648460" y="566019"/>
            <a:ext cx="539083" cy="539083"/>
          </a:xfrm>
          <a:custGeom>
            <a:avLst/>
            <a:gdLst/>
            <a:ahLst/>
            <a:cxnLst/>
            <a:rect l="l" t="t" r="r" b="b"/>
            <a:pathLst>
              <a:path w="982" h="982" extrusionOk="0">
                <a:moveTo>
                  <a:pt x="491" y="271"/>
                </a:moveTo>
                <a:cubicBezTo>
                  <a:pt x="370" y="271"/>
                  <a:pt x="271" y="370"/>
                  <a:pt x="271" y="491"/>
                </a:cubicBezTo>
                <a:cubicBezTo>
                  <a:pt x="271" y="612"/>
                  <a:pt x="370" y="711"/>
                  <a:pt x="491" y="711"/>
                </a:cubicBezTo>
                <a:cubicBezTo>
                  <a:pt x="612" y="711"/>
                  <a:pt x="711" y="612"/>
                  <a:pt x="711" y="491"/>
                </a:cubicBezTo>
                <a:cubicBezTo>
                  <a:pt x="711" y="370"/>
                  <a:pt x="612" y="271"/>
                  <a:pt x="491" y="271"/>
                </a:cubicBezTo>
                <a:moveTo>
                  <a:pt x="491" y="982"/>
                </a:moveTo>
                <a:cubicBezTo>
                  <a:pt x="220" y="982"/>
                  <a:pt x="0" y="762"/>
                  <a:pt x="0" y="491"/>
                </a:cubicBezTo>
                <a:cubicBezTo>
                  <a:pt x="0" y="221"/>
                  <a:pt x="220" y="0"/>
                  <a:pt x="491" y="0"/>
                </a:cubicBezTo>
                <a:cubicBezTo>
                  <a:pt x="761" y="0"/>
                  <a:pt x="982" y="221"/>
                  <a:pt x="982" y="491"/>
                </a:cubicBezTo>
                <a:cubicBezTo>
                  <a:pt x="982" y="762"/>
                  <a:pt x="761" y="982"/>
                  <a:pt x="491" y="98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48;p6">
            <a:extLst>
              <a:ext uri="{FF2B5EF4-FFF2-40B4-BE49-F238E27FC236}">
                <a16:creationId xmlns:a16="http://schemas.microsoft.com/office/drawing/2014/main" id="{6AC1B1CA-8E74-4E39-8F09-01652D4D1E67}"/>
              </a:ext>
            </a:extLst>
          </p:cNvPr>
          <p:cNvSpPr/>
          <p:nvPr userDrawn="1"/>
        </p:nvSpPr>
        <p:spPr>
          <a:xfrm>
            <a:off x="8517806" y="435914"/>
            <a:ext cx="799841" cy="799292"/>
          </a:xfrm>
          <a:custGeom>
            <a:avLst/>
            <a:gdLst/>
            <a:ahLst/>
            <a:cxnLst/>
            <a:rect l="l" t="t" r="r" b="b"/>
            <a:pathLst>
              <a:path w="1457" h="1456" extrusionOk="0">
                <a:moveTo>
                  <a:pt x="729" y="1456"/>
                </a:moveTo>
                <a:cubicBezTo>
                  <a:pt x="327" y="1456"/>
                  <a:pt x="0" y="1130"/>
                  <a:pt x="0" y="728"/>
                </a:cubicBezTo>
                <a:cubicBezTo>
                  <a:pt x="0" y="327"/>
                  <a:pt x="327" y="0"/>
                  <a:pt x="729" y="0"/>
                </a:cubicBezTo>
                <a:cubicBezTo>
                  <a:pt x="744" y="0"/>
                  <a:pt x="756" y="12"/>
                  <a:pt x="756" y="27"/>
                </a:cubicBezTo>
                <a:cubicBezTo>
                  <a:pt x="756" y="42"/>
                  <a:pt x="744" y="54"/>
                  <a:pt x="729" y="54"/>
                </a:cubicBezTo>
                <a:cubicBezTo>
                  <a:pt x="357" y="54"/>
                  <a:pt x="55" y="356"/>
                  <a:pt x="55" y="728"/>
                </a:cubicBezTo>
                <a:cubicBezTo>
                  <a:pt x="55" y="1100"/>
                  <a:pt x="357" y="1402"/>
                  <a:pt x="729" y="1402"/>
                </a:cubicBezTo>
                <a:cubicBezTo>
                  <a:pt x="1101" y="1402"/>
                  <a:pt x="1403" y="1100"/>
                  <a:pt x="1403" y="728"/>
                </a:cubicBezTo>
                <a:cubicBezTo>
                  <a:pt x="1403" y="713"/>
                  <a:pt x="1415" y="701"/>
                  <a:pt x="1430" y="701"/>
                </a:cubicBezTo>
                <a:cubicBezTo>
                  <a:pt x="1445" y="701"/>
                  <a:pt x="1457" y="713"/>
                  <a:pt x="1457" y="728"/>
                </a:cubicBezTo>
                <a:cubicBezTo>
                  <a:pt x="1457" y="1130"/>
                  <a:pt x="1130" y="1456"/>
                  <a:pt x="729" y="145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50;p6">
            <a:extLst>
              <a:ext uri="{FF2B5EF4-FFF2-40B4-BE49-F238E27FC236}">
                <a16:creationId xmlns:a16="http://schemas.microsoft.com/office/drawing/2014/main" id="{6BA4660D-0081-46B0-945B-FA6B6A35E0DE}"/>
              </a:ext>
            </a:extLst>
          </p:cNvPr>
          <p:cNvSpPr/>
          <p:nvPr userDrawn="1"/>
        </p:nvSpPr>
        <p:spPr>
          <a:xfrm>
            <a:off x="8517484" y="-739612"/>
            <a:ext cx="1228035" cy="1228035"/>
          </a:xfrm>
          <a:custGeom>
            <a:avLst/>
            <a:gdLst/>
            <a:ahLst/>
            <a:cxnLst/>
            <a:rect l="l" t="t" r="r" b="b"/>
            <a:pathLst>
              <a:path w="2237" h="2237" extrusionOk="0">
                <a:moveTo>
                  <a:pt x="36" y="2200"/>
                </a:moveTo>
                <a:lnTo>
                  <a:pt x="36" y="2200"/>
                </a:lnTo>
                <a:cubicBezTo>
                  <a:pt x="-12" y="2151"/>
                  <a:pt x="-12" y="2072"/>
                  <a:pt x="36" y="2023"/>
                </a:cubicBezTo>
                <a:lnTo>
                  <a:pt x="2022" y="37"/>
                </a:lnTo>
                <a:cubicBezTo>
                  <a:pt x="2071" y="-12"/>
                  <a:pt x="2151" y="-12"/>
                  <a:pt x="2200" y="37"/>
                </a:cubicBezTo>
                <a:cubicBezTo>
                  <a:pt x="2249" y="86"/>
                  <a:pt x="2249" y="166"/>
                  <a:pt x="2200" y="215"/>
                </a:cubicBezTo>
                <a:lnTo>
                  <a:pt x="214" y="2200"/>
                </a:lnTo>
                <a:cubicBezTo>
                  <a:pt x="165" y="2249"/>
                  <a:pt x="85" y="2249"/>
                  <a:pt x="36" y="220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51;p6">
            <a:extLst>
              <a:ext uri="{FF2B5EF4-FFF2-40B4-BE49-F238E27FC236}">
                <a16:creationId xmlns:a16="http://schemas.microsoft.com/office/drawing/2014/main" id="{A69FB9DE-B379-42D2-A7FF-71E3DF5C2ED3}"/>
              </a:ext>
            </a:extLst>
          </p:cNvPr>
          <p:cNvSpPr/>
          <p:nvPr userDrawn="1"/>
        </p:nvSpPr>
        <p:spPr>
          <a:xfrm>
            <a:off x="-670166" y="4714488"/>
            <a:ext cx="1228035" cy="1228035"/>
          </a:xfrm>
          <a:custGeom>
            <a:avLst/>
            <a:gdLst/>
            <a:ahLst/>
            <a:cxnLst/>
            <a:rect l="l" t="t" r="r" b="b"/>
            <a:pathLst>
              <a:path w="2237" h="2237" extrusionOk="0">
                <a:moveTo>
                  <a:pt x="36" y="2200"/>
                </a:moveTo>
                <a:lnTo>
                  <a:pt x="36" y="2200"/>
                </a:lnTo>
                <a:cubicBezTo>
                  <a:pt x="-12" y="2151"/>
                  <a:pt x="-12" y="2072"/>
                  <a:pt x="36" y="2023"/>
                </a:cubicBezTo>
                <a:lnTo>
                  <a:pt x="2022" y="37"/>
                </a:lnTo>
                <a:cubicBezTo>
                  <a:pt x="2071" y="-12"/>
                  <a:pt x="2151" y="-12"/>
                  <a:pt x="2200" y="37"/>
                </a:cubicBezTo>
                <a:cubicBezTo>
                  <a:pt x="2249" y="86"/>
                  <a:pt x="2249" y="166"/>
                  <a:pt x="2200" y="215"/>
                </a:cubicBezTo>
                <a:lnTo>
                  <a:pt x="214" y="2200"/>
                </a:lnTo>
                <a:cubicBezTo>
                  <a:pt x="165" y="2249"/>
                  <a:pt x="85" y="2249"/>
                  <a:pt x="36" y="220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45;p6">
            <a:extLst>
              <a:ext uri="{FF2B5EF4-FFF2-40B4-BE49-F238E27FC236}">
                <a16:creationId xmlns:a16="http://schemas.microsoft.com/office/drawing/2014/main" id="{C1E9EE4F-C4F2-4DAA-A582-D81B6B080C49}"/>
              </a:ext>
            </a:extLst>
          </p:cNvPr>
          <p:cNvSpPr/>
          <p:nvPr userDrawn="1"/>
        </p:nvSpPr>
        <p:spPr>
          <a:xfrm>
            <a:off x="-443837" y="4065499"/>
            <a:ext cx="887675" cy="887675"/>
          </a:xfrm>
          <a:custGeom>
            <a:avLst/>
            <a:gdLst/>
            <a:ahLst/>
            <a:cxnLst/>
            <a:rect l="l" t="t" r="r" b="b"/>
            <a:pathLst>
              <a:path w="1617" h="1617" extrusionOk="0">
                <a:moveTo>
                  <a:pt x="808" y="54"/>
                </a:moveTo>
                <a:cubicBezTo>
                  <a:pt x="392" y="54"/>
                  <a:pt x="54" y="392"/>
                  <a:pt x="54" y="808"/>
                </a:cubicBezTo>
                <a:cubicBezTo>
                  <a:pt x="54" y="1225"/>
                  <a:pt x="392" y="1563"/>
                  <a:pt x="808" y="1563"/>
                </a:cubicBezTo>
                <a:cubicBezTo>
                  <a:pt x="1224" y="1563"/>
                  <a:pt x="1562" y="1225"/>
                  <a:pt x="1562" y="808"/>
                </a:cubicBezTo>
                <a:cubicBezTo>
                  <a:pt x="1562" y="392"/>
                  <a:pt x="1224" y="54"/>
                  <a:pt x="808" y="54"/>
                </a:cubicBezTo>
                <a:moveTo>
                  <a:pt x="808" y="1617"/>
                </a:moveTo>
                <a:cubicBezTo>
                  <a:pt x="363" y="1617"/>
                  <a:pt x="0" y="1254"/>
                  <a:pt x="0" y="808"/>
                </a:cubicBezTo>
                <a:cubicBezTo>
                  <a:pt x="0" y="363"/>
                  <a:pt x="363" y="0"/>
                  <a:pt x="808" y="0"/>
                </a:cubicBezTo>
                <a:cubicBezTo>
                  <a:pt x="1254" y="0"/>
                  <a:pt x="1617" y="363"/>
                  <a:pt x="1617" y="808"/>
                </a:cubicBezTo>
                <a:cubicBezTo>
                  <a:pt x="1617" y="1254"/>
                  <a:pt x="1254" y="1617"/>
                  <a:pt x="808" y="161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46;p6">
            <a:extLst>
              <a:ext uri="{FF2B5EF4-FFF2-40B4-BE49-F238E27FC236}">
                <a16:creationId xmlns:a16="http://schemas.microsoft.com/office/drawing/2014/main" id="{0B4BFEEA-E2EF-4A54-9908-D522BDC036E8}"/>
              </a:ext>
            </a:extLst>
          </p:cNvPr>
          <p:cNvSpPr/>
          <p:nvPr userDrawn="1"/>
        </p:nvSpPr>
        <p:spPr>
          <a:xfrm>
            <a:off x="-264875" y="4244461"/>
            <a:ext cx="529201" cy="529750"/>
          </a:xfrm>
          <a:custGeom>
            <a:avLst/>
            <a:gdLst/>
            <a:ahLst/>
            <a:cxnLst/>
            <a:rect l="l" t="t" r="r" b="b"/>
            <a:pathLst>
              <a:path w="964" h="965" extrusionOk="0">
                <a:moveTo>
                  <a:pt x="482" y="54"/>
                </a:moveTo>
                <a:cubicBezTo>
                  <a:pt x="246" y="54"/>
                  <a:pt x="54" y="246"/>
                  <a:pt x="54" y="482"/>
                </a:cubicBezTo>
                <a:cubicBezTo>
                  <a:pt x="54" y="719"/>
                  <a:pt x="246" y="911"/>
                  <a:pt x="482" y="911"/>
                </a:cubicBezTo>
                <a:cubicBezTo>
                  <a:pt x="718" y="911"/>
                  <a:pt x="911" y="719"/>
                  <a:pt x="911" y="482"/>
                </a:cubicBezTo>
                <a:cubicBezTo>
                  <a:pt x="911" y="246"/>
                  <a:pt x="718" y="54"/>
                  <a:pt x="482" y="54"/>
                </a:cubicBezTo>
                <a:moveTo>
                  <a:pt x="482" y="965"/>
                </a:moveTo>
                <a:cubicBezTo>
                  <a:pt x="216" y="965"/>
                  <a:pt x="0" y="748"/>
                  <a:pt x="0" y="482"/>
                </a:cubicBezTo>
                <a:cubicBezTo>
                  <a:pt x="0" y="216"/>
                  <a:pt x="216" y="0"/>
                  <a:pt x="482" y="0"/>
                </a:cubicBezTo>
                <a:cubicBezTo>
                  <a:pt x="748" y="0"/>
                  <a:pt x="964" y="216"/>
                  <a:pt x="964" y="482"/>
                </a:cubicBezTo>
                <a:cubicBezTo>
                  <a:pt x="964" y="748"/>
                  <a:pt x="748" y="965"/>
                  <a:pt x="482" y="96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FOOTNUM">
            <a:extLst>
              <a:ext uri="{FF2B5EF4-FFF2-40B4-BE49-F238E27FC236}">
                <a16:creationId xmlns:a16="http://schemas.microsoft.com/office/drawing/2014/main" id="{88873E20-6CA0-4148-B0DC-2710727CCE5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1AEE1A3-1EFC-485D-B2C8-59C4EE8823F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XT2">
            <a:extLst>
              <a:ext uri="{FF2B5EF4-FFF2-40B4-BE49-F238E27FC236}">
                <a16:creationId xmlns:a16="http://schemas.microsoft.com/office/drawing/2014/main" id="{28E071F7-38E7-4B47-A66C-3E0267FE275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08298" y="1235206"/>
            <a:ext cx="3969843" cy="3606854"/>
          </a:xfrm>
        </p:spPr>
        <p:txBody>
          <a:bodyPr/>
          <a:lstStyle>
            <a:lvl1pPr marL="360363" indent="-182563" defTabSz="1800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100000"/>
              <a:buFont typeface="Lexend" panose="020B0604020202020204" charset="0"/>
              <a:buChar char="−"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538163" indent="-198438" defTabSz="1800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90000"/>
              <a:buFont typeface="Lexend" panose="020B0604020202020204" charset="0"/>
              <a:buChar char="+"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715963" indent="-177800" defTabSz="1800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§"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898525" indent="-177800" defTabSz="1800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•"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076325" indent="-177800" defTabSz="1800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90000"/>
              <a:tabLst>
                <a:tab pos="1076325" algn="l"/>
              </a:tabLst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XT1">
            <a:extLst>
              <a:ext uri="{FF2B5EF4-FFF2-40B4-BE49-F238E27FC236}">
                <a16:creationId xmlns:a16="http://schemas.microsoft.com/office/drawing/2014/main" id="{5B2B5D49-C590-43F4-89DC-4FE33270924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6893" y="1235206"/>
            <a:ext cx="3969843" cy="3606854"/>
          </a:xfrm>
        </p:spPr>
        <p:txBody>
          <a:bodyPr/>
          <a:lstStyle>
            <a:lvl1pPr marL="360363" indent="-182563" defTabSz="1800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100000"/>
              <a:buFont typeface="Lexend" panose="020B0604020202020204" charset="0"/>
              <a:buChar char="−"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538163" indent="-198438" defTabSz="1800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90000"/>
              <a:buFont typeface="Lexend" panose="020B0604020202020204" charset="0"/>
              <a:buChar char="+"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715963" indent="-177800" defTabSz="1800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§"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898525" indent="-177800" defTabSz="1800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•"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076325" indent="-177800" defTabSz="1800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90000"/>
              <a:tabLst>
                <a:tab pos="1076325" algn="l"/>
              </a:tabLst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3C0BD581-B970-4007-8BDF-552D7E6C623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7038" y="711547"/>
            <a:ext cx="8090445" cy="396141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1200"/>
              </a:spcAft>
              <a:buNone/>
              <a:defRPr sz="2000" i="1">
                <a:solidFill>
                  <a:srgbClr val="3B635A"/>
                </a:solidFill>
                <a:latin typeface="Nunito Black" panose="00000A00000000000000" pitchFamily="2" charset="0"/>
              </a:defRPr>
            </a:lvl1pPr>
          </a:lstStyle>
          <a:p>
            <a:pPr lvl="0"/>
            <a:r>
              <a:rPr lang="en-US"/>
              <a:t>x.x. Add subtitle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D4CC530C-E380-44B3-9435-E54517C0D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893" y="15089"/>
            <a:ext cx="8253646" cy="652295"/>
          </a:xfrm>
        </p:spPr>
        <p:txBody>
          <a:bodyPr anchor="ctr"/>
          <a:lstStyle>
            <a:lvl1pPr algn="l">
              <a:defRPr sz="2800">
                <a:solidFill>
                  <a:schemeClr val="accent6"/>
                </a:solidFill>
                <a:latin typeface="Nunito Black" panose="00000A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0953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.main_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7A9DFDF-F914-4090-89BE-0A269CFA5535}"/>
              </a:ext>
            </a:extLst>
          </p:cNvPr>
          <p:cNvSpPr/>
          <p:nvPr userDrawn="1"/>
        </p:nvSpPr>
        <p:spPr>
          <a:xfrm>
            <a:off x="0" y="-2471"/>
            <a:ext cx="9144000" cy="689586"/>
          </a:xfrm>
          <a:prstGeom prst="rect">
            <a:avLst/>
          </a:prstGeom>
          <a:solidFill>
            <a:srgbClr val="3B63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Google Shape;49;p6">
            <a:extLst>
              <a:ext uri="{FF2B5EF4-FFF2-40B4-BE49-F238E27FC236}">
                <a16:creationId xmlns:a16="http://schemas.microsoft.com/office/drawing/2014/main" id="{23940481-862F-46A7-9740-C35E561A0C0E}"/>
              </a:ext>
            </a:extLst>
          </p:cNvPr>
          <p:cNvSpPr/>
          <p:nvPr userDrawn="1"/>
        </p:nvSpPr>
        <p:spPr>
          <a:xfrm>
            <a:off x="8648460" y="566019"/>
            <a:ext cx="539083" cy="539083"/>
          </a:xfrm>
          <a:custGeom>
            <a:avLst/>
            <a:gdLst/>
            <a:ahLst/>
            <a:cxnLst/>
            <a:rect l="l" t="t" r="r" b="b"/>
            <a:pathLst>
              <a:path w="982" h="982" extrusionOk="0">
                <a:moveTo>
                  <a:pt x="491" y="271"/>
                </a:moveTo>
                <a:cubicBezTo>
                  <a:pt x="370" y="271"/>
                  <a:pt x="271" y="370"/>
                  <a:pt x="271" y="491"/>
                </a:cubicBezTo>
                <a:cubicBezTo>
                  <a:pt x="271" y="612"/>
                  <a:pt x="370" y="711"/>
                  <a:pt x="491" y="711"/>
                </a:cubicBezTo>
                <a:cubicBezTo>
                  <a:pt x="612" y="711"/>
                  <a:pt x="711" y="612"/>
                  <a:pt x="711" y="491"/>
                </a:cubicBezTo>
                <a:cubicBezTo>
                  <a:pt x="711" y="370"/>
                  <a:pt x="612" y="271"/>
                  <a:pt x="491" y="271"/>
                </a:cubicBezTo>
                <a:moveTo>
                  <a:pt x="491" y="982"/>
                </a:moveTo>
                <a:cubicBezTo>
                  <a:pt x="220" y="982"/>
                  <a:pt x="0" y="762"/>
                  <a:pt x="0" y="491"/>
                </a:cubicBezTo>
                <a:cubicBezTo>
                  <a:pt x="0" y="221"/>
                  <a:pt x="220" y="0"/>
                  <a:pt x="491" y="0"/>
                </a:cubicBezTo>
                <a:cubicBezTo>
                  <a:pt x="761" y="0"/>
                  <a:pt x="982" y="221"/>
                  <a:pt x="982" y="491"/>
                </a:cubicBezTo>
                <a:cubicBezTo>
                  <a:pt x="982" y="762"/>
                  <a:pt x="761" y="982"/>
                  <a:pt x="491" y="98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48;p6">
            <a:extLst>
              <a:ext uri="{FF2B5EF4-FFF2-40B4-BE49-F238E27FC236}">
                <a16:creationId xmlns:a16="http://schemas.microsoft.com/office/drawing/2014/main" id="{6AC1B1CA-8E74-4E39-8F09-01652D4D1E67}"/>
              </a:ext>
            </a:extLst>
          </p:cNvPr>
          <p:cNvSpPr/>
          <p:nvPr userDrawn="1"/>
        </p:nvSpPr>
        <p:spPr>
          <a:xfrm>
            <a:off x="8517806" y="435914"/>
            <a:ext cx="799841" cy="799292"/>
          </a:xfrm>
          <a:custGeom>
            <a:avLst/>
            <a:gdLst/>
            <a:ahLst/>
            <a:cxnLst/>
            <a:rect l="l" t="t" r="r" b="b"/>
            <a:pathLst>
              <a:path w="1457" h="1456" extrusionOk="0">
                <a:moveTo>
                  <a:pt x="729" y="1456"/>
                </a:moveTo>
                <a:cubicBezTo>
                  <a:pt x="327" y="1456"/>
                  <a:pt x="0" y="1130"/>
                  <a:pt x="0" y="728"/>
                </a:cubicBezTo>
                <a:cubicBezTo>
                  <a:pt x="0" y="327"/>
                  <a:pt x="327" y="0"/>
                  <a:pt x="729" y="0"/>
                </a:cubicBezTo>
                <a:cubicBezTo>
                  <a:pt x="744" y="0"/>
                  <a:pt x="756" y="12"/>
                  <a:pt x="756" y="27"/>
                </a:cubicBezTo>
                <a:cubicBezTo>
                  <a:pt x="756" y="42"/>
                  <a:pt x="744" y="54"/>
                  <a:pt x="729" y="54"/>
                </a:cubicBezTo>
                <a:cubicBezTo>
                  <a:pt x="357" y="54"/>
                  <a:pt x="55" y="356"/>
                  <a:pt x="55" y="728"/>
                </a:cubicBezTo>
                <a:cubicBezTo>
                  <a:pt x="55" y="1100"/>
                  <a:pt x="357" y="1402"/>
                  <a:pt x="729" y="1402"/>
                </a:cubicBezTo>
                <a:cubicBezTo>
                  <a:pt x="1101" y="1402"/>
                  <a:pt x="1403" y="1100"/>
                  <a:pt x="1403" y="728"/>
                </a:cubicBezTo>
                <a:cubicBezTo>
                  <a:pt x="1403" y="713"/>
                  <a:pt x="1415" y="701"/>
                  <a:pt x="1430" y="701"/>
                </a:cubicBezTo>
                <a:cubicBezTo>
                  <a:pt x="1445" y="701"/>
                  <a:pt x="1457" y="713"/>
                  <a:pt x="1457" y="728"/>
                </a:cubicBezTo>
                <a:cubicBezTo>
                  <a:pt x="1457" y="1130"/>
                  <a:pt x="1130" y="1456"/>
                  <a:pt x="729" y="145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50;p6">
            <a:extLst>
              <a:ext uri="{FF2B5EF4-FFF2-40B4-BE49-F238E27FC236}">
                <a16:creationId xmlns:a16="http://schemas.microsoft.com/office/drawing/2014/main" id="{6BA4660D-0081-46B0-945B-FA6B6A35E0DE}"/>
              </a:ext>
            </a:extLst>
          </p:cNvPr>
          <p:cNvSpPr/>
          <p:nvPr userDrawn="1"/>
        </p:nvSpPr>
        <p:spPr>
          <a:xfrm>
            <a:off x="8517484" y="-739612"/>
            <a:ext cx="1228035" cy="1228035"/>
          </a:xfrm>
          <a:custGeom>
            <a:avLst/>
            <a:gdLst/>
            <a:ahLst/>
            <a:cxnLst/>
            <a:rect l="l" t="t" r="r" b="b"/>
            <a:pathLst>
              <a:path w="2237" h="2237" extrusionOk="0">
                <a:moveTo>
                  <a:pt x="36" y="2200"/>
                </a:moveTo>
                <a:lnTo>
                  <a:pt x="36" y="2200"/>
                </a:lnTo>
                <a:cubicBezTo>
                  <a:pt x="-12" y="2151"/>
                  <a:pt x="-12" y="2072"/>
                  <a:pt x="36" y="2023"/>
                </a:cubicBezTo>
                <a:lnTo>
                  <a:pt x="2022" y="37"/>
                </a:lnTo>
                <a:cubicBezTo>
                  <a:pt x="2071" y="-12"/>
                  <a:pt x="2151" y="-12"/>
                  <a:pt x="2200" y="37"/>
                </a:cubicBezTo>
                <a:cubicBezTo>
                  <a:pt x="2249" y="86"/>
                  <a:pt x="2249" y="166"/>
                  <a:pt x="2200" y="215"/>
                </a:cubicBezTo>
                <a:lnTo>
                  <a:pt x="214" y="2200"/>
                </a:lnTo>
                <a:cubicBezTo>
                  <a:pt x="165" y="2249"/>
                  <a:pt x="85" y="2249"/>
                  <a:pt x="36" y="220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51;p6">
            <a:extLst>
              <a:ext uri="{FF2B5EF4-FFF2-40B4-BE49-F238E27FC236}">
                <a16:creationId xmlns:a16="http://schemas.microsoft.com/office/drawing/2014/main" id="{A69FB9DE-B379-42D2-A7FF-71E3DF5C2ED3}"/>
              </a:ext>
            </a:extLst>
          </p:cNvPr>
          <p:cNvSpPr/>
          <p:nvPr userDrawn="1"/>
        </p:nvSpPr>
        <p:spPr>
          <a:xfrm>
            <a:off x="-670166" y="4714488"/>
            <a:ext cx="1228035" cy="1228035"/>
          </a:xfrm>
          <a:custGeom>
            <a:avLst/>
            <a:gdLst/>
            <a:ahLst/>
            <a:cxnLst/>
            <a:rect l="l" t="t" r="r" b="b"/>
            <a:pathLst>
              <a:path w="2237" h="2237" extrusionOk="0">
                <a:moveTo>
                  <a:pt x="36" y="2200"/>
                </a:moveTo>
                <a:lnTo>
                  <a:pt x="36" y="2200"/>
                </a:lnTo>
                <a:cubicBezTo>
                  <a:pt x="-12" y="2151"/>
                  <a:pt x="-12" y="2072"/>
                  <a:pt x="36" y="2023"/>
                </a:cubicBezTo>
                <a:lnTo>
                  <a:pt x="2022" y="37"/>
                </a:lnTo>
                <a:cubicBezTo>
                  <a:pt x="2071" y="-12"/>
                  <a:pt x="2151" y="-12"/>
                  <a:pt x="2200" y="37"/>
                </a:cubicBezTo>
                <a:cubicBezTo>
                  <a:pt x="2249" y="86"/>
                  <a:pt x="2249" y="166"/>
                  <a:pt x="2200" y="215"/>
                </a:cubicBezTo>
                <a:lnTo>
                  <a:pt x="214" y="2200"/>
                </a:lnTo>
                <a:cubicBezTo>
                  <a:pt x="165" y="2249"/>
                  <a:pt x="85" y="2249"/>
                  <a:pt x="36" y="220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45;p6">
            <a:extLst>
              <a:ext uri="{FF2B5EF4-FFF2-40B4-BE49-F238E27FC236}">
                <a16:creationId xmlns:a16="http://schemas.microsoft.com/office/drawing/2014/main" id="{C1E9EE4F-C4F2-4DAA-A582-D81B6B080C49}"/>
              </a:ext>
            </a:extLst>
          </p:cNvPr>
          <p:cNvSpPr/>
          <p:nvPr userDrawn="1"/>
        </p:nvSpPr>
        <p:spPr>
          <a:xfrm>
            <a:off x="-443837" y="4065499"/>
            <a:ext cx="887675" cy="887675"/>
          </a:xfrm>
          <a:custGeom>
            <a:avLst/>
            <a:gdLst/>
            <a:ahLst/>
            <a:cxnLst/>
            <a:rect l="l" t="t" r="r" b="b"/>
            <a:pathLst>
              <a:path w="1617" h="1617" extrusionOk="0">
                <a:moveTo>
                  <a:pt x="808" y="54"/>
                </a:moveTo>
                <a:cubicBezTo>
                  <a:pt x="392" y="54"/>
                  <a:pt x="54" y="392"/>
                  <a:pt x="54" y="808"/>
                </a:cubicBezTo>
                <a:cubicBezTo>
                  <a:pt x="54" y="1225"/>
                  <a:pt x="392" y="1563"/>
                  <a:pt x="808" y="1563"/>
                </a:cubicBezTo>
                <a:cubicBezTo>
                  <a:pt x="1224" y="1563"/>
                  <a:pt x="1562" y="1225"/>
                  <a:pt x="1562" y="808"/>
                </a:cubicBezTo>
                <a:cubicBezTo>
                  <a:pt x="1562" y="392"/>
                  <a:pt x="1224" y="54"/>
                  <a:pt x="808" y="54"/>
                </a:cubicBezTo>
                <a:moveTo>
                  <a:pt x="808" y="1617"/>
                </a:moveTo>
                <a:cubicBezTo>
                  <a:pt x="363" y="1617"/>
                  <a:pt x="0" y="1254"/>
                  <a:pt x="0" y="808"/>
                </a:cubicBezTo>
                <a:cubicBezTo>
                  <a:pt x="0" y="363"/>
                  <a:pt x="363" y="0"/>
                  <a:pt x="808" y="0"/>
                </a:cubicBezTo>
                <a:cubicBezTo>
                  <a:pt x="1254" y="0"/>
                  <a:pt x="1617" y="363"/>
                  <a:pt x="1617" y="808"/>
                </a:cubicBezTo>
                <a:cubicBezTo>
                  <a:pt x="1617" y="1254"/>
                  <a:pt x="1254" y="1617"/>
                  <a:pt x="808" y="161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46;p6">
            <a:extLst>
              <a:ext uri="{FF2B5EF4-FFF2-40B4-BE49-F238E27FC236}">
                <a16:creationId xmlns:a16="http://schemas.microsoft.com/office/drawing/2014/main" id="{0B4BFEEA-E2EF-4A54-9908-D522BDC036E8}"/>
              </a:ext>
            </a:extLst>
          </p:cNvPr>
          <p:cNvSpPr/>
          <p:nvPr userDrawn="1"/>
        </p:nvSpPr>
        <p:spPr>
          <a:xfrm>
            <a:off x="-264875" y="4244461"/>
            <a:ext cx="529201" cy="529750"/>
          </a:xfrm>
          <a:custGeom>
            <a:avLst/>
            <a:gdLst/>
            <a:ahLst/>
            <a:cxnLst/>
            <a:rect l="l" t="t" r="r" b="b"/>
            <a:pathLst>
              <a:path w="964" h="965" extrusionOk="0">
                <a:moveTo>
                  <a:pt x="482" y="54"/>
                </a:moveTo>
                <a:cubicBezTo>
                  <a:pt x="246" y="54"/>
                  <a:pt x="54" y="246"/>
                  <a:pt x="54" y="482"/>
                </a:cubicBezTo>
                <a:cubicBezTo>
                  <a:pt x="54" y="719"/>
                  <a:pt x="246" y="911"/>
                  <a:pt x="482" y="911"/>
                </a:cubicBezTo>
                <a:cubicBezTo>
                  <a:pt x="718" y="911"/>
                  <a:pt x="911" y="719"/>
                  <a:pt x="911" y="482"/>
                </a:cubicBezTo>
                <a:cubicBezTo>
                  <a:pt x="911" y="246"/>
                  <a:pt x="718" y="54"/>
                  <a:pt x="482" y="54"/>
                </a:cubicBezTo>
                <a:moveTo>
                  <a:pt x="482" y="965"/>
                </a:moveTo>
                <a:cubicBezTo>
                  <a:pt x="216" y="965"/>
                  <a:pt x="0" y="748"/>
                  <a:pt x="0" y="482"/>
                </a:cubicBezTo>
                <a:cubicBezTo>
                  <a:pt x="0" y="216"/>
                  <a:pt x="216" y="0"/>
                  <a:pt x="482" y="0"/>
                </a:cubicBezTo>
                <a:cubicBezTo>
                  <a:pt x="748" y="0"/>
                  <a:pt x="964" y="216"/>
                  <a:pt x="964" y="482"/>
                </a:cubicBezTo>
                <a:cubicBezTo>
                  <a:pt x="964" y="748"/>
                  <a:pt x="748" y="965"/>
                  <a:pt x="482" y="96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C34D4AA-BF4A-4D61-B6A2-0A540B89EB60}"/>
              </a:ext>
            </a:extLst>
          </p:cNvPr>
          <p:cNvCxnSpPr>
            <a:cxnSpLocks/>
          </p:cNvCxnSpPr>
          <p:nvPr userDrawn="1"/>
        </p:nvCxnSpPr>
        <p:spPr>
          <a:xfrm>
            <a:off x="279566" y="617934"/>
            <a:ext cx="0" cy="380286"/>
          </a:xfrm>
          <a:prstGeom prst="straightConnector1">
            <a:avLst/>
          </a:prstGeom>
          <a:ln w="38100">
            <a:solidFill>
              <a:srgbClr val="3B635A">
                <a:alpha val="70000"/>
              </a:srgb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NUM">
            <a:extLst>
              <a:ext uri="{FF2B5EF4-FFF2-40B4-BE49-F238E27FC236}">
                <a16:creationId xmlns:a16="http://schemas.microsoft.com/office/drawing/2014/main" id="{88873E20-6CA0-4148-B0DC-2710727CCE5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1AEE1A3-1EFC-485D-B2C8-59C4EE8823F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IMG1">
            <a:extLst>
              <a:ext uri="{FF2B5EF4-FFF2-40B4-BE49-F238E27FC236}">
                <a16:creationId xmlns:a16="http://schemas.microsoft.com/office/drawing/2014/main" id="{59C8FCF1-1058-47CD-A732-9E2450604FC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764411" y="1235206"/>
            <a:ext cx="4206875" cy="3606800"/>
          </a:xfrm>
        </p:spPr>
        <p:txBody>
          <a:bodyPr/>
          <a:lstStyle>
            <a:lvl1pPr marL="139700" indent="0">
              <a:buNone/>
              <a:defRPr/>
            </a:lvl1pPr>
          </a:lstStyle>
          <a:p>
            <a:r>
              <a:rPr lang="en-US"/>
              <a:t>Add picture</a:t>
            </a:r>
          </a:p>
        </p:txBody>
      </p:sp>
      <p:sp>
        <p:nvSpPr>
          <p:cNvPr id="6" name="TXT1">
            <a:extLst>
              <a:ext uri="{FF2B5EF4-FFF2-40B4-BE49-F238E27FC236}">
                <a16:creationId xmlns:a16="http://schemas.microsoft.com/office/drawing/2014/main" id="{5B2B5D49-C590-43F4-89DC-4FE33270924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6893" y="1235206"/>
            <a:ext cx="3969843" cy="3606854"/>
          </a:xfrm>
        </p:spPr>
        <p:txBody>
          <a:bodyPr/>
          <a:lstStyle>
            <a:lvl1pPr marL="360363" indent="-182563" defTabSz="1800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100000"/>
              <a:buFont typeface="Lexend" panose="020B0604020202020204" charset="0"/>
              <a:buChar char="−"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538163" indent="-198438" defTabSz="1800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90000"/>
              <a:buFont typeface="Lexend" panose="020B0604020202020204" charset="0"/>
              <a:buChar char="+"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715963" indent="-177800" defTabSz="1800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§"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898525" indent="-177800" defTabSz="1800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•"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076325" indent="-177800" defTabSz="1800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90000"/>
              <a:tabLst>
                <a:tab pos="1076325" algn="l"/>
              </a:tabLst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3C0BD581-B970-4007-8BDF-552D7E6C623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7038" y="711547"/>
            <a:ext cx="8090445" cy="396141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1200"/>
              </a:spcAft>
              <a:buNone/>
              <a:defRPr sz="2000" i="1">
                <a:solidFill>
                  <a:srgbClr val="3B635A"/>
                </a:solidFill>
                <a:latin typeface="Nunito Black" panose="00000A00000000000000" pitchFamily="2" charset="0"/>
              </a:defRPr>
            </a:lvl1pPr>
          </a:lstStyle>
          <a:p>
            <a:pPr lvl="0"/>
            <a:r>
              <a:rPr lang="en-US"/>
              <a:t>x.x. Add subtitle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D4CC530C-E380-44B3-9435-E54517C0D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893" y="15089"/>
            <a:ext cx="8253646" cy="652295"/>
          </a:xfrm>
        </p:spPr>
        <p:txBody>
          <a:bodyPr anchor="ctr"/>
          <a:lstStyle>
            <a:lvl1pPr algn="l">
              <a:defRPr sz="2800">
                <a:solidFill>
                  <a:schemeClr val="accent6"/>
                </a:solidFill>
                <a:latin typeface="Nunito Black" panose="00000A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65387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.main_img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7A9DFDF-F914-4090-89BE-0A269CFA5535}"/>
              </a:ext>
            </a:extLst>
          </p:cNvPr>
          <p:cNvSpPr/>
          <p:nvPr userDrawn="1"/>
        </p:nvSpPr>
        <p:spPr>
          <a:xfrm>
            <a:off x="0" y="-2471"/>
            <a:ext cx="9144000" cy="689586"/>
          </a:xfrm>
          <a:prstGeom prst="rect">
            <a:avLst/>
          </a:prstGeom>
          <a:solidFill>
            <a:srgbClr val="3B63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Google Shape;49;p6">
            <a:extLst>
              <a:ext uri="{FF2B5EF4-FFF2-40B4-BE49-F238E27FC236}">
                <a16:creationId xmlns:a16="http://schemas.microsoft.com/office/drawing/2014/main" id="{97B4EBA7-EB28-493F-B62F-FA3870CAE2F6}"/>
              </a:ext>
            </a:extLst>
          </p:cNvPr>
          <p:cNvSpPr/>
          <p:nvPr userDrawn="1"/>
        </p:nvSpPr>
        <p:spPr>
          <a:xfrm>
            <a:off x="8648460" y="566019"/>
            <a:ext cx="539083" cy="539083"/>
          </a:xfrm>
          <a:custGeom>
            <a:avLst/>
            <a:gdLst/>
            <a:ahLst/>
            <a:cxnLst/>
            <a:rect l="l" t="t" r="r" b="b"/>
            <a:pathLst>
              <a:path w="982" h="982" extrusionOk="0">
                <a:moveTo>
                  <a:pt x="491" y="271"/>
                </a:moveTo>
                <a:cubicBezTo>
                  <a:pt x="370" y="271"/>
                  <a:pt x="271" y="370"/>
                  <a:pt x="271" y="491"/>
                </a:cubicBezTo>
                <a:cubicBezTo>
                  <a:pt x="271" y="612"/>
                  <a:pt x="370" y="711"/>
                  <a:pt x="491" y="711"/>
                </a:cubicBezTo>
                <a:cubicBezTo>
                  <a:pt x="612" y="711"/>
                  <a:pt x="711" y="612"/>
                  <a:pt x="711" y="491"/>
                </a:cubicBezTo>
                <a:cubicBezTo>
                  <a:pt x="711" y="370"/>
                  <a:pt x="612" y="271"/>
                  <a:pt x="491" y="271"/>
                </a:cubicBezTo>
                <a:moveTo>
                  <a:pt x="491" y="982"/>
                </a:moveTo>
                <a:cubicBezTo>
                  <a:pt x="220" y="982"/>
                  <a:pt x="0" y="762"/>
                  <a:pt x="0" y="491"/>
                </a:cubicBezTo>
                <a:cubicBezTo>
                  <a:pt x="0" y="221"/>
                  <a:pt x="220" y="0"/>
                  <a:pt x="491" y="0"/>
                </a:cubicBezTo>
                <a:cubicBezTo>
                  <a:pt x="761" y="0"/>
                  <a:pt x="982" y="221"/>
                  <a:pt x="982" y="491"/>
                </a:cubicBezTo>
                <a:cubicBezTo>
                  <a:pt x="982" y="762"/>
                  <a:pt x="761" y="982"/>
                  <a:pt x="491" y="98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48;p6">
            <a:extLst>
              <a:ext uri="{FF2B5EF4-FFF2-40B4-BE49-F238E27FC236}">
                <a16:creationId xmlns:a16="http://schemas.microsoft.com/office/drawing/2014/main" id="{6AC1B1CA-8E74-4E39-8F09-01652D4D1E67}"/>
              </a:ext>
            </a:extLst>
          </p:cNvPr>
          <p:cNvSpPr/>
          <p:nvPr userDrawn="1"/>
        </p:nvSpPr>
        <p:spPr>
          <a:xfrm>
            <a:off x="8517806" y="435914"/>
            <a:ext cx="799841" cy="799292"/>
          </a:xfrm>
          <a:custGeom>
            <a:avLst/>
            <a:gdLst/>
            <a:ahLst/>
            <a:cxnLst/>
            <a:rect l="l" t="t" r="r" b="b"/>
            <a:pathLst>
              <a:path w="1457" h="1456" extrusionOk="0">
                <a:moveTo>
                  <a:pt x="729" y="1456"/>
                </a:moveTo>
                <a:cubicBezTo>
                  <a:pt x="327" y="1456"/>
                  <a:pt x="0" y="1130"/>
                  <a:pt x="0" y="728"/>
                </a:cubicBezTo>
                <a:cubicBezTo>
                  <a:pt x="0" y="327"/>
                  <a:pt x="327" y="0"/>
                  <a:pt x="729" y="0"/>
                </a:cubicBezTo>
                <a:cubicBezTo>
                  <a:pt x="744" y="0"/>
                  <a:pt x="756" y="12"/>
                  <a:pt x="756" y="27"/>
                </a:cubicBezTo>
                <a:cubicBezTo>
                  <a:pt x="756" y="42"/>
                  <a:pt x="744" y="54"/>
                  <a:pt x="729" y="54"/>
                </a:cubicBezTo>
                <a:cubicBezTo>
                  <a:pt x="357" y="54"/>
                  <a:pt x="55" y="356"/>
                  <a:pt x="55" y="728"/>
                </a:cubicBezTo>
                <a:cubicBezTo>
                  <a:pt x="55" y="1100"/>
                  <a:pt x="357" y="1402"/>
                  <a:pt x="729" y="1402"/>
                </a:cubicBezTo>
                <a:cubicBezTo>
                  <a:pt x="1101" y="1402"/>
                  <a:pt x="1403" y="1100"/>
                  <a:pt x="1403" y="728"/>
                </a:cubicBezTo>
                <a:cubicBezTo>
                  <a:pt x="1403" y="713"/>
                  <a:pt x="1415" y="701"/>
                  <a:pt x="1430" y="701"/>
                </a:cubicBezTo>
                <a:cubicBezTo>
                  <a:pt x="1445" y="701"/>
                  <a:pt x="1457" y="713"/>
                  <a:pt x="1457" y="728"/>
                </a:cubicBezTo>
                <a:cubicBezTo>
                  <a:pt x="1457" y="1130"/>
                  <a:pt x="1130" y="1456"/>
                  <a:pt x="729" y="145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50;p6">
            <a:extLst>
              <a:ext uri="{FF2B5EF4-FFF2-40B4-BE49-F238E27FC236}">
                <a16:creationId xmlns:a16="http://schemas.microsoft.com/office/drawing/2014/main" id="{6BA4660D-0081-46B0-945B-FA6B6A35E0DE}"/>
              </a:ext>
            </a:extLst>
          </p:cNvPr>
          <p:cNvSpPr/>
          <p:nvPr userDrawn="1"/>
        </p:nvSpPr>
        <p:spPr>
          <a:xfrm>
            <a:off x="8517484" y="-739612"/>
            <a:ext cx="1228035" cy="1228035"/>
          </a:xfrm>
          <a:custGeom>
            <a:avLst/>
            <a:gdLst/>
            <a:ahLst/>
            <a:cxnLst/>
            <a:rect l="l" t="t" r="r" b="b"/>
            <a:pathLst>
              <a:path w="2237" h="2237" extrusionOk="0">
                <a:moveTo>
                  <a:pt x="36" y="2200"/>
                </a:moveTo>
                <a:lnTo>
                  <a:pt x="36" y="2200"/>
                </a:lnTo>
                <a:cubicBezTo>
                  <a:pt x="-12" y="2151"/>
                  <a:pt x="-12" y="2072"/>
                  <a:pt x="36" y="2023"/>
                </a:cubicBezTo>
                <a:lnTo>
                  <a:pt x="2022" y="37"/>
                </a:lnTo>
                <a:cubicBezTo>
                  <a:pt x="2071" y="-12"/>
                  <a:pt x="2151" y="-12"/>
                  <a:pt x="2200" y="37"/>
                </a:cubicBezTo>
                <a:cubicBezTo>
                  <a:pt x="2249" y="86"/>
                  <a:pt x="2249" y="166"/>
                  <a:pt x="2200" y="215"/>
                </a:cubicBezTo>
                <a:lnTo>
                  <a:pt x="214" y="2200"/>
                </a:lnTo>
                <a:cubicBezTo>
                  <a:pt x="165" y="2249"/>
                  <a:pt x="85" y="2249"/>
                  <a:pt x="36" y="220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51;p6">
            <a:extLst>
              <a:ext uri="{FF2B5EF4-FFF2-40B4-BE49-F238E27FC236}">
                <a16:creationId xmlns:a16="http://schemas.microsoft.com/office/drawing/2014/main" id="{A69FB9DE-B379-42D2-A7FF-71E3DF5C2ED3}"/>
              </a:ext>
            </a:extLst>
          </p:cNvPr>
          <p:cNvSpPr/>
          <p:nvPr userDrawn="1"/>
        </p:nvSpPr>
        <p:spPr>
          <a:xfrm>
            <a:off x="-670166" y="4714488"/>
            <a:ext cx="1228035" cy="1228035"/>
          </a:xfrm>
          <a:custGeom>
            <a:avLst/>
            <a:gdLst/>
            <a:ahLst/>
            <a:cxnLst/>
            <a:rect l="l" t="t" r="r" b="b"/>
            <a:pathLst>
              <a:path w="2237" h="2237" extrusionOk="0">
                <a:moveTo>
                  <a:pt x="36" y="2200"/>
                </a:moveTo>
                <a:lnTo>
                  <a:pt x="36" y="2200"/>
                </a:lnTo>
                <a:cubicBezTo>
                  <a:pt x="-12" y="2151"/>
                  <a:pt x="-12" y="2072"/>
                  <a:pt x="36" y="2023"/>
                </a:cubicBezTo>
                <a:lnTo>
                  <a:pt x="2022" y="37"/>
                </a:lnTo>
                <a:cubicBezTo>
                  <a:pt x="2071" y="-12"/>
                  <a:pt x="2151" y="-12"/>
                  <a:pt x="2200" y="37"/>
                </a:cubicBezTo>
                <a:cubicBezTo>
                  <a:pt x="2249" y="86"/>
                  <a:pt x="2249" y="166"/>
                  <a:pt x="2200" y="215"/>
                </a:cubicBezTo>
                <a:lnTo>
                  <a:pt x="214" y="2200"/>
                </a:lnTo>
                <a:cubicBezTo>
                  <a:pt x="165" y="2249"/>
                  <a:pt x="85" y="2249"/>
                  <a:pt x="36" y="220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45;p6">
            <a:extLst>
              <a:ext uri="{FF2B5EF4-FFF2-40B4-BE49-F238E27FC236}">
                <a16:creationId xmlns:a16="http://schemas.microsoft.com/office/drawing/2014/main" id="{C1E9EE4F-C4F2-4DAA-A582-D81B6B080C49}"/>
              </a:ext>
            </a:extLst>
          </p:cNvPr>
          <p:cNvSpPr/>
          <p:nvPr userDrawn="1"/>
        </p:nvSpPr>
        <p:spPr>
          <a:xfrm>
            <a:off x="-443837" y="4065499"/>
            <a:ext cx="887675" cy="887675"/>
          </a:xfrm>
          <a:custGeom>
            <a:avLst/>
            <a:gdLst/>
            <a:ahLst/>
            <a:cxnLst/>
            <a:rect l="l" t="t" r="r" b="b"/>
            <a:pathLst>
              <a:path w="1617" h="1617" extrusionOk="0">
                <a:moveTo>
                  <a:pt x="808" y="54"/>
                </a:moveTo>
                <a:cubicBezTo>
                  <a:pt x="392" y="54"/>
                  <a:pt x="54" y="392"/>
                  <a:pt x="54" y="808"/>
                </a:cubicBezTo>
                <a:cubicBezTo>
                  <a:pt x="54" y="1225"/>
                  <a:pt x="392" y="1563"/>
                  <a:pt x="808" y="1563"/>
                </a:cubicBezTo>
                <a:cubicBezTo>
                  <a:pt x="1224" y="1563"/>
                  <a:pt x="1562" y="1225"/>
                  <a:pt x="1562" y="808"/>
                </a:cubicBezTo>
                <a:cubicBezTo>
                  <a:pt x="1562" y="392"/>
                  <a:pt x="1224" y="54"/>
                  <a:pt x="808" y="54"/>
                </a:cubicBezTo>
                <a:moveTo>
                  <a:pt x="808" y="1617"/>
                </a:moveTo>
                <a:cubicBezTo>
                  <a:pt x="363" y="1617"/>
                  <a:pt x="0" y="1254"/>
                  <a:pt x="0" y="808"/>
                </a:cubicBezTo>
                <a:cubicBezTo>
                  <a:pt x="0" y="363"/>
                  <a:pt x="363" y="0"/>
                  <a:pt x="808" y="0"/>
                </a:cubicBezTo>
                <a:cubicBezTo>
                  <a:pt x="1254" y="0"/>
                  <a:pt x="1617" y="363"/>
                  <a:pt x="1617" y="808"/>
                </a:cubicBezTo>
                <a:cubicBezTo>
                  <a:pt x="1617" y="1254"/>
                  <a:pt x="1254" y="1617"/>
                  <a:pt x="808" y="161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46;p6">
            <a:extLst>
              <a:ext uri="{FF2B5EF4-FFF2-40B4-BE49-F238E27FC236}">
                <a16:creationId xmlns:a16="http://schemas.microsoft.com/office/drawing/2014/main" id="{0B4BFEEA-E2EF-4A54-9908-D522BDC036E8}"/>
              </a:ext>
            </a:extLst>
          </p:cNvPr>
          <p:cNvSpPr/>
          <p:nvPr userDrawn="1"/>
        </p:nvSpPr>
        <p:spPr>
          <a:xfrm>
            <a:off x="-264875" y="4244461"/>
            <a:ext cx="529201" cy="529750"/>
          </a:xfrm>
          <a:custGeom>
            <a:avLst/>
            <a:gdLst/>
            <a:ahLst/>
            <a:cxnLst/>
            <a:rect l="l" t="t" r="r" b="b"/>
            <a:pathLst>
              <a:path w="964" h="965" extrusionOk="0">
                <a:moveTo>
                  <a:pt x="482" y="54"/>
                </a:moveTo>
                <a:cubicBezTo>
                  <a:pt x="246" y="54"/>
                  <a:pt x="54" y="246"/>
                  <a:pt x="54" y="482"/>
                </a:cubicBezTo>
                <a:cubicBezTo>
                  <a:pt x="54" y="719"/>
                  <a:pt x="246" y="911"/>
                  <a:pt x="482" y="911"/>
                </a:cubicBezTo>
                <a:cubicBezTo>
                  <a:pt x="718" y="911"/>
                  <a:pt x="911" y="719"/>
                  <a:pt x="911" y="482"/>
                </a:cubicBezTo>
                <a:cubicBezTo>
                  <a:pt x="911" y="246"/>
                  <a:pt x="718" y="54"/>
                  <a:pt x="482" y="54"/>
                </a:cubicBezTo>
                <a:moveTo>
                  <a:pt x="482" y="965"/>
                </a:moveTo>
                <a:cubicBezTo>
                  <a:pt x="216" y="965"/>
                  <a:pt x="0" y="748"/>
                  <a:pt x="0" y="482"/>
                </a:cubicBezTo>
                <a:cubicBezTo>
                  <a:pt x="0" y="216"/>
                  <a:pt x="216" y="0"/>
                  <a:pt x="482" y="0"/>
                </a:cubicBezTo>
                <a:cubicBezTo>
                  <a:pt x="748" y="0"/>
                  <a:pt x="964" y="216"/>
                  <a:pt x="964" y="482"/>
                </a:cubicBezTo>
                <a:cubicBezTo>
                  <a:pt x="964" y="748"/>
                  <a:pt x="748" y="965"/>
                  <a:pt x="482" y="96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C34D4AA-BF4A-4D61-B6A2-0A540B89EB60}"/>
              </a:ext>
            </a:extLst>
          </p:cNvPr>
          <p:cNvCxnSpPr>
            <a:cxnSpLocks/>
          </p:cNvCxnSpPr>
          <p:nvPr userDrawn="1"/>
        </p:nvCxnSpPr>
        <p:spPr>
          <a:xfrm>
            <a:off x="279566" y="617934"/>
            <a:ext cx="0" cy="380286"/>
          </a:xfrm>
          <a:prstGeom prst="straightConnector1">
            <a:avLst/>
          </a:prstGeom>
          <a:ln w="38100">
            <a:solidFill>
              <a:srgbClr val="3B635A">
                <a:alpha val="70000"/>
              </a:srgb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NUM">
            <a:extLst>
              <a:ext uri="{FF2B5EF4-FFF2-40B4-BE49-F238E27FC236}">
                <a16:creationId xmlns:a16="http://schemas.microsoft.com/office/drawing/2014/main" id="{88873E20-6CA0-4148-B0DC-2710727CCE5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1AEE1A3-1EFC-485D-B2C8-59C4EE8823F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IMG1">
            <a:extLst>
              <a:ext uri="{FF2B5EF4-FFF2-40B4-BE49-F238E27FC236}">
                <a16:creationId xmlns:a16="http://schemas.microsoft.com/office/drawing/2014/main" id="{59C8FCF1-1058-47CD-A732-9E2450604FC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26893" y="2685870"/>
            <a:ext cx="8369215" cy="2142738"/>
          </a:xfrm>
        </p:spPr>
        <p:txBody>
          <a:bodyPr/>
          <a:lstStyle>
            <a:lvl1pPr marL="139700" indent="0">
              <a:buNone/>
              <a:defRPr/>
            </a:lvl1pPr>
          </a:lstStyle>
          <a:p>
            <a:r>
              <a:rPr lang="en-US"/>
              <a:t>Add picture</a:t>
            </a:r>
          </a:p>
        </p:txBody>
      </p:sp>
      <p:sp>
        <p:nvSpPr>
          <p:cNvPr id="6" name="TXT1">
            <a:extLst>
              <a:ext uri="{FF2B5EF4-FFF2-40B4-BE49-F238E27FC236}">
                <a16:creationId xmlns:a16="http://schemas.microsoft.com/office/drawing/2014/main" id="{5B2B5D49-C590-43F4-89DC-4FE33270924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6893" y="1235206"/>
            <a:ext cx="8369215" cy="1336544"/>
          </a:xfrm>
        </p:spPr>
        <p:txBody>
          <a:bodyPr/>
          <a:lstStyle>
            <a:lvl1pPr marL="360363" indent="-182563" defTabSz="1800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100000"/>
              <a:buFont typeface="Lexend" panose="020B0604020202020204" charset="0"/>
              <a:buChar char="−"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538163" indent="-198438" defTabSz="1800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90000"/>
              <a:buFont typeface="Lexend" panose="020B0604020202020204" charset="0"/>
              <a:buChar char="+"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715963" indent="-177800" defTabSz="1800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§"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898525" indent="-177800" defTabSz="1800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•"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076325" indent="-177800" defTabSz="1800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90000"/>
              <a:tabLst>
                <a:tab pos="1076325" algn="l"/>
              </a:tabLst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endParaRPr lang="en-US"/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3C0BD581-B970-4007-8BDF-552D7E6C623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7038" y="711547"/>
            <a:ext cx="8090446" cy="396141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1200"/>
              </a:spcAft>
              <a:buNone/>
              <a:defRPr sz="2000" i="1">
                <a:solidFill>
                  <a:srgbClr val="3B635A"/>
                </a:solidFill>
                <a:latin typeface="Nunito Black" panose="00000A00000000000000" pitchFamily="2" charset="0"/>
              </a:defRPr>
            </a:lvl1pPr>
          </a:lstStyle>
          <a:p>
            <a:pPr lvl="0"/>
            <a:r>
              <a:rPr lang="en-US"/>
              <a:t>x.x. Add subtitle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D4CC530C-E380-44B3-9435-E54517C0D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893" y="15089"/>
            <a:ext cx="8253646" cy="652295"/>
          </a:xfrm>
        </p:spPr>
        <p:txBody>
          <a:bodyPr anchor="ctr"/>
          <a:lstStyle>
            <a:lvl1pPr algn="l">
              <a:defRPr sz="2800">
                <a:solidFill>
                  <a:schemeClr val="accent6"/>
                </a:solidFill>
                <a:latin typeface="Nunito Black" panose="00000A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25638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.thamkha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7A9DFDF-F914-4090-89BE-0A269CFA5535}"/>
              </a:ext>
            </a:extLst>
          </p:cNvPr>
          <p:cNvSpPr/>
          <p:nvPr userDrawn="1"/>
        </p:nvSpPr>
        <p:spPr>
          <a:xfrm>
            <a:off x="0" y="-2471"/>
            <a:ext cx="9144000" cy="689586"/>
          </a:xfrm>
          <a:prstGeom prst="rect">
            <a:avLst/>
          </a:prstGeom>
          <a:solidFill>
            <a:srgbClr val="3B63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oogle Shape;25;p4">
            <a:extLst>
              <a:ext uri="{FF2B5EF4-FFF2-40B4-BE49-F238E27FC236}">
                <a16:creationId xmlns:a16="http://schemas.microsoft.com/office/drawing/2014/main" id="{E23343B7-FABE-48A2-8C91-6D5421CBEE51}"/>
              </a:ext>
            </a:extLst>
          </p:cNvPr>
          <p:cNvGrpSpPr/>
          <p:nvPr userDrawn="1"/>
        </p:nvGrpSpPr>
        <p:grpSpPr>
          <a:xfrm>
            <a:off x="-83675" y="3916994"/>
            <a:ext cx="9592537" cy="1526222"/>
            <a:chOff x="-83675" y="3916994"/>
            <a:chExt cx="9592537" cy="1526222"/>
          </a:xfrm>
        </p:grpSpPr>
        <p:sp>
          <p:nvSpPr>
            <p:cNvPr id="20" name="Google Shape;26;p4">
              <a:extLst>
                <a:ext uri="{FF2B5EF4-FFF2-40B4-BE49-F238E27FC236}">
                  <a16:creationId xmlns:a16="http://schemas.microsoft.com/office/drawing/2014/main" id="{3C76EC43-5049-44F3-9978-DDBDAAE5C3AC}"/>
                </a:ext>
              </a:extLst>
            </p:cNvPr>
            <p:cNvSpPr/>
            <p:nvPr/>
          </p:nvSpPr>
          <p:spPr>
            <a:xfrm>
              <a:off x="-83675" y="4384642"/>
              <a:ext cx="488484" cy="489063"/>
            </a:xfrm>
            <a:custGeom>
              <a:avLst/>
              <a:gdLst/>
              <a:ahLst/>
              <a:cxnLst/>
              <a:rect l="l" t="t" r="r" b="b"/>
              <a:pathLst>
                <a:path w="844" h="845" extrusionOk="0">
                  <a:moveTo>
                    <a:pt x="420" y="845"/>
                  </a:moveTo>
                  <a:cubicBezTo>
                    <a:pt x="412" y="845"/>
                    <a:pt x="406" y="843"/>
                    <a:pt x="400" y="837"/>
                  </a:cubicBezTo>
                  <a:cubicBezTo>
                    <a:pt x="390" y="827"/>
                    <a:pt x="390" y="809"/>
                    <a:pt x="400" y="799"/>
                  </a:cubicBezTo>
                  <a:lnTo>
                    <a:pt x="717" y="483"/>
                  </a:lnTo>
                  <a:cubicBezTo>
                    <a:pt x="814" y="385"/>
                    <a:pt x="814" y="226"/>
                    <a:pt x="717" y="128"/>
                  </a:cubicBezTo>
                  <a:cubicBezTo>
                    <a:pt x="670" y="81"/>
                    <a:pt x="607" y="54"/>
                    <a:pt x="540" y="54"/>
                  </a:cubicBezTo>
                  <a:cubicBezTo>
                    <a:pt x="473" y="54"/>
                    <a:pt x="410" y="81"/>
                    <a:pt x="362" y="128"/>
                  </a:cubicBezTo>
                  <a:lnTo>
                    <a:pt x="46" y="444"/>
                  </a:lnTo>
                  <a:cubicBezTo>
                    <a:pt x="36" y="455"/>
                    <a:pt x="18" y="455"/>
                    <a:pt x="7" y="444"/>
                  </a:cubicBezTo>
                  <a:cubicBezTo>
                    <a:pt x="-3" y="434"/>
                    <a:pt x="-3" y="417"/>
                    <a:pt x="7" y="406"/>
                  </a:cubicBezTo>
                  <a:lnTo>
                    <a:pt x="324" y="90"/>
                  </a:lnTo>
                  <a:cubicBezTo>
                    <a:pt x="382" y="32"/>
                    <a:pt x="459" y="0"/>
                    <a:pt x="540" y="0"/>
                  </a:cubicBezTo>
                  <a:cubicBezTo>
                    <a:pt x="621" y="0"/>
                    <a:pt x="698" y="32"/>
                    <a:pt x="755" y="90"/>
                  </a:cubicBezTo>
                  <a:cubicBezTo>
                    <a:pt x="874" y="208"/>
                    <a:pt x="874" y="402"/>
                    <a:pt x="755" y="520"/>
                  </a:cubicBezTo>
                  <a:lnTo>
                    <a:pt x="439" y="837"/>
                  </a:lnTo>
                  <a:cubicBezTo>
                    <a:pt x="433" y="843"/>
                    <a:pt x="426" y="845"/>
                    <a:pt x="420" y="8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" name="Google Shape;27;p4">
              <a:extLst>
                <a:ext uri="{FF2B5EF4-FFF2-40B4-BE49-F238E27FC236}">
                  <a16:creationId xmlns:a16="http://schemas.microsoft.com/office/drawing/2014/main" id="{394FCC20-5B28-4C9A-9BC4-50FDB7721959}"/>
                </a:ext>
              </a:extLst>
            </p:cNvPr>
            <p:cNvGrpSpPr/>
            <p:nvPr/>
          </p:nvGrpSpPr>
          <p:grpSpPr>
            <a:xfrm>
              <a:off x="189602" y="4465986"/>
              <a:ext cx="782500" cy="782500"/>
              <a:chOff x="189602" y="4465986"/>
              <a:chExt cx="782500" cy="782500"/>
            </a:xfrm>
          </p:grpSpPr>
          <p:sp>
            <p:nvSpPr>
              <p:cNvPr id="26" name="Google Shape;28;p4">
                <a:extLst>
                  <a:ext uri="{FF2B5EF4-FFF2-40B4-BE49-F238E27FC236}">
                    <a16:creationId xmlns:a16="http://schemas.microsoft.com/office/drawing/2014/main" id="{E3AAC419-ADF0-4BE1-90A4-9867FD26A87D}"/>
                  </a:ext>
                </a:extLst>
              </p:cNvPr>
              <p:cNvSpPr/>
              <p:nvPr/>
            </p:nvSpPr>
            <p:spPr>
              <a:xfrm>
                <a:off x="286835" y="4816143"/>
                <a:ext cx="335109" cy="335109"/>
              </a:xfrm>
              <a:custGeom>
                <a:avLst/>
                <a:gdLst/>
                <a:ahLst/>
                <a:cxnLst/>
                <a:rect l="l" t="t" r="r" b="b"/>
                <a:pathLst>
                  <a:path w="579" h="579" extrusionOk="0">
                    <a:moveTo>
                      <a:pt x="289" y="54"/>
                    </a:moveTo>
                    <a:cubicBezTo>
                      <a:pt x="160" y="54"/>
                      <a:pt x="54" y="160"/>
                      <a:pt x="54" y="290"/>
                    </a:cubicBezTo>
                    <a:cubicBezTo>
                      <a:pt x="54" y="420"/>
                      <a:pt x="160" y="525"/>
                      <a:pt x="289" y="525"/>
                    </a:cubicBezTo>
                    <a:cubicBezTo>
                      <a:pt x="419" y="525"/>
                      <a:pt x="525" y="420"/>
                      <a:pt x="525" y="290"/>
                    </a:cubicBezTo>
                    <a:cubicBezTo>
                      <a:pt x="525" y="160"/>
                      <a:pt x="419" y="54"/>
                      <a:pt x="289" y="54"/>
                    </a:cubicBezTo>
                    <a:moveTo>
                      <a:pt x="289" y="579"/>
                    </a:moveTo>
                    <a:cubicBezTo>
                      <a:pt x="130" y="579"/>
                      <a:pt x="0" y="449"/>
                      <a:pt x="0" y="290"/>
                    </a:cubicBezTo>
                    <a:cubicBezTo>
                      <a:pt x="0" y="130"/>
                      <a:pt x="130" y="0"/>
                      <a:pt x="289" y="0"/>
                    </a:cubicBezTo>
                    <a:cubicBezTo>
                      <a:pt x="449" y="0"/>
                      <a:pt x="579" y="130"/>
                      <a:pt x="579" y="290"/>
                    </a:cubicBezTo>
                    <a:cubicBezTo>
                      <a:pt x="579" y="449"/>
                      <a:pt x="449" y="579"/>
                      <a:pt x="289" y="57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" name="Google Shape;29;p4">
                <a:extLst>
                  <a:ext uri="{FF2B5EF4-FFF2-40B4-BE49-F238E27FC236}">
                    <a16:creationId xmlns:a16="http://schemas.microsoft.com/office/drawing/2014/main" id="{26392813-5006-41ED-B54C-642F9A0CD138}"/>
                  </a:ext>
                </a:extLst>
              </p:cNvPr>
              <p:cNvSpPr/>
              <p:nvPr/>
            </p:nvSpPr>
            <p:spPr>
              <a:xfrm>
                <a:off x="189602" y="4465986"/>
                <a:ext cx="782500" cy="782500"/>
              </a:xfrm>
              <a:custGeom>
                <a:avLst/>
                <a:gdLst/>
                <a:ahLst/>
                <a:cxnLst/>
                <a:rect l="l" t="t" r="r" b="b"/>
                <a:pathLst>
                  <a:path w="1352" h="1352" extrusionOk="0">
                    <a:moveTo>
                      <a:pt x="27" y="1352"/>
                    </a:moveTo>
                    <a:cubicBezTo>
                      <a:pt x="20" y="1352"/>
                      <a:pt x="13" y="1350"/>
                      <a:pt x="8" y="1344"/>
                    </a:cubicBezTo>
                    <a:cubicBezTo>
                      <a:pt x="-3" y="1334"/>
                      <a:pt x="-3" y="1317"/>
                      <a:pt x="8" y="1306"/>
                    </a:cubicBezTo>
                    <a:lnTo>
                      <a:pt x="1306" y="7"/>
                    </a:lnTo>
                    <a:cubicBezTo>
                      <a:pt x="1317" y="-3"/>
                      <a:pt x="1334" y="-3"/>
                      <a:pt x="1345" y="7"/>
                    </a:cubicBezTo>
                    <a:cubicBezTo>
                      <a:pt x="1355" y="18"/>
                      <a:pt x="1355" y="35"/>
                      <a:pt x="1345" y="46"/>
                    </a:cubicBezTo>
                    <a:lnTo>
                      <a:pt x="46" y="1344"/>
                    </a:lnTo>
                    <a:cubicBezTo>
                      <a:pt x="41" y="1350"/>
                      <a:pt x="34" y="1352"/>
                      <a:pt x="27" y="135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" name="Google Shape;30;p4">
              <a:extLst>
                <a:ext uri="{FF2B5EF4-FFF2-40B4-BE49-F238E27FC236}">
                  <a16:creationId xmlns:a16="http://schemas.microsoft.com/office/drawing/2014/main" id="{91B8D7EE-A0DF-46D9-93C6-7BA14991D95C}"/>
                </a:ext>
              </a:extLst>
            </p:cNvPr>
            <p:cNvGrpSpPr/>
            <p:nvPr/>
          </p:nvGrpSpPr>
          <p:grpSpPr>
            <a:xfrm>
              <a:off x="7815372" y="3916994"/>
              <a:ext cx="1693490" cy="1526222"/>
              <a:chOff x="6499529" y="707505"/>
              <a:chExt cx="1053362" cy="949320"/>
            </a:xfrm>
          </p:grpSpPr>
          <p:sp>
            <p:nvSpPr>
              <p:cNvPr id="24" name="Google Shape;31;p4">
                <a:extLst>
                  <a:ext uri="{FF2B5EF4-FFF2-40B4-BE49-F238E27FC236}">
                    <a16:creationId xmlns:a16="http://schemas.microsoft.com/office/drawing/2014/main" id="{4A3B01E8-5E94-4A8F-97EB-1C730E572449}"/>
                  </a:ext>
                </a:extLst>
              </p:cNvPr>
              <p:cNvSpPr/>
              <p:nvPr/>
            </p:nvSpPr>
            <p:spPr>
              <a:xfrm>
                <a:off x="6499529" y="948345"/>
                <a:ext cx="708480" cy="708480"/>
              </a:xfrm>
              <a:custGeom>
                <a:avLst/>
                <a:gdLst/>
                <a:ahLst/>
                <a:cxnLst/>
                <a:rect l="l" t="t" r="r" b="b"/>
                <a:pathLst>
                  <a:path w="1968" h="1968" extrusionOk="0">
                    <a:moveTo>
                      <a:pt x="27" y="1968"/>
                    </a:moveTo>
                    <a:cubicBezTo>
                      <a:pt x="20" y="1968"/>
                      <a:pt x="13" y="1966"/>
                      <a:pt x="8" y="1961"/>
                    </a:cubicBezTo>
                    <a:cubicBezTo>
                      <a:pt x="-3" y="1950"/>
                      <a:pt x="-3" y="1933"/>
                      <a:pt x="8" y="1922"/>
                    </a:cubicBezTo>
                    <a:lnTo>
                      <a:pt x="1922" y="8"/>
                    </a:lnTo>
                    <a:cubicBezTo>
                      <a:pt x="1933" y="-3"/>
                      <a:pt x="1950" y="-3"/>
                      <a:pt x="1960" y="8"/>
                    </a:cubicBezTo>
                    <a:cubicBezTo>
                      <a:pt x="1971" y="18"/>
                      <a:pt x="1971" y="36"/>
                      <a:pt x="1960" y="46"/>
                    </a:cubicBezTo>
                    <a:lnTo>
                      <a:pt x="46" y="1961"/>
                    </a:lnTo>
                    <a:cubicBezTo>
                      <a:pt x="41" y="1966"/>
                      <a:pt x="34" y="1968"/>
                      <a:pt x="27" y="19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" name="Google Shape;32;p4">
                <a:extLst>
                  <a:ext uri="{FF2B5EF4-FFF2-40B4-BE49-F238E27FC236}">
                    <a16:creationId xmlns:a16="http://schemas.microsoft.com/office/drawing/2014/main" id="{B19EE4E8-12CE-4963-95D6-62B1796F9644}"/>
                  </a:ext>
                </a:extLst>
              </p:cNvPr>
              <p:cNvSpPr/>
              <p:nvPr/>
            </p:nvSpPr>
            <p:spPr>
              <a:xfrm>
                <a:off x="6844051" y="707505"/>
                <a:ext cx="708840" cy="708840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1969" extrusionOk="0">
                    <a:moveTo>
                      <a:pt x="27" y="1969"/>
                    </a:moveTo>
                    <a:cubicBezTo>
                      <a:pt x="20" y="1969"/>
                      <a:pt x="13" y="1965"/>
                      <a:pt x="8" y="1960"/>
                    </a:cubicBezTo>
                    <a:cubicBezTo>
                      <a:pt x="-3" y="1950"/>
                      <a:pt x="-3" y="1933"/>
                      <a:pt x="8" y="1922"/>
                    </a:cubicBezTo>
                    <a:lnTo>
                      <a:pt x="1922" y="8"/>
                    </a:lnTo>
                    <a:cubicBezTo>
                      <a:pt x="1933" y="-3"/>
                      <a:pt x="1950" y="-3"/>
                      <a:pt x="1961" y="8"/>
                    </a:cubicBezTo>
                    <a:cubicBezTo>
                      <a:pt x="1972" y="18"/>
                      <a:pt x="1972" y="35"/>
                      <a:pt x="1961" y="46"/>
                    </a:cubicBezTo>
                    <a:lnTo>
                      <a:pt x="46" y="1960"/>
                    </a:lnTo>
                    <a:cubicBezTo>
                      <a:pt x="41" y="1965"/>
                      <a:pt x="34" y="1969"/>
                      <a:pt x="27" y="196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C34D4AA-BF4A-4D61-B6A2-0A540B89EB60}"/>
              </a:ext>
            </a:extLst>
          </p:cNvPr>
          <p:cNvCxnSpPr>
            <a:cxnSpLocks/>
          </p:cNvCxnSpPr>
          <p:nvPr userDrawn="1"/>
        </p:nvCxnSpPr>
        <p:spPr>
          <a:xfrm>
            <a:off x="279566" y="617934"/>
            <a:ext cx="0" cy="380286"/>
          </a:xfrm>
          <a:prstGeom prst="straightConnector1">
            <a:avLst/>
          </a:prstGeom>
          <a:ln w="38100">
            <a:solidFill>
              <a:srgbClr val="3B635A">
                <a:alpha val="70000"/>
              </a:srgb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NUM">
            <a:extLst>
              <a:ext uri="{FF2B5EF4-FFF2-40B4-BE49-F238E27FC236}">
                <a16:creationId xmlns:a16="http://schemas.microsoft.com/office/drawing/2014/main" id="{88873E20-6CA0-4148-B0DC-2710727CCE5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1AEE1A3-1EFC-485D-B2C8-59C4EE8823F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XT1">
            <a:extLst>
              <a:ext uri="{FF2B5EF4-FFF2-40B4-BE49-F238E27FC236}">
                <a16:creationId xmlns:a16="http://schemas.microsoft.com/office/drawing/2014/main" id="{5B2B5D49-C590-43F4-89DC-4FE33270924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6894" y="748727"/>
            <a:ext cx="8253646" cy="3552365"/>
          </a:xfrm>
        </p:spPr>
        <p:txBody>
          <a:bodyPr/>
          <a:lstStyle>
            <a:lvl1pPr marL="360363" indent="-182563" defTabSz="1800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100000"/>
              <a:buFont typeface="Lexend" panose="020B0604020202020204" charset="0"/>
              <a:buChar char="−"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538163" indent="-198438" defTabSz="1800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90000"/>
              <a:buFont typeface="Lexend" panose="020B0604020202020204" charset="0"/>
              <a:buChar char="+"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715963" indent="-177800" defTabSz="1800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§"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898525" indent="-177800" defTabSz="1800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•"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076325" indent="-177800" defTabSz="1800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90000"/>
              <a:tabLst>
                <a:tab pos="1076325" algn="l"/>
              </a:tabLst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D4CC530C-E380-44B3-9435-E54517C0D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893" y="15089"/>
            <a:ext cx="8253646" cy="652295"/>
          </a:xfrm>
        </p:spPr>
        <p:txBody>
          <a:bodyPr anchor="ctr"/>
          <a:lstStyle>
            <a:lvl1pPr algn="l">
              <a:defRPr sz="2800">
                <a:solidFill>
                  <a:schemeClr val="accent6"/>
                </a:solidFill>
                <a:latin typeface="Nunito Black" panose="00000A00000000000000" pitchFamily="2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31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.thamkhao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110;p13">
            <a:extLst>
              <a:ext uri="{FF2B5EF4-FFF2-40B4-BE49-F238E27FC236}">
                <a16:creationId xmlns:a16="http://schemas.microsoft.com/office/drawing/2014/main" id="{C6D65183-FB0C-4635-8E76-D465495CB4C9}"/>
              </a:ext>
            </a:extLst>
          </p:cNvPr>
          <p:cNvSpPr/>
          <p:nvPr userDrawn="1"/>
        </p:nvSpPr>
        <p:spPr>
          <a:xfrm>
            <a:off x="-2039109" y="695704"/>
            <a:ext cx="2539507" cy="2759642"/>
          </a:xfrm>
          <a:custGeom>
            <a:avLst/>
            <a:gdLst/>
            <a:ahLst/>
            <a:cxnLst/>
            <a:rect l="l" t="t" r="r" b="b"/>
            <a:pathLst>
              <a:path w="4626" h="5027" extrusionOk="0">
                <a:moveTo>
                  <a:pt x="27" y="5027"/>
                </a:moveTo>
                <a:cubicBezTo>
                  <a:pt x="21" y="5027"/>
                  <a:pt x="14" y="5024"/>
                  <a:pt x="9" y="5019"/>
                </a:cubicBezTo>
                <a:cubicBezTo>
                  <a:pt x="-2" y="5008"/>
                  <a:pt x="-2" y="4991"/>
                  <a:pt x="9" y="4981"/>
                </a:cubicBezTo>
                <a:lnTo>
                  <a:pt x="4497" y="492"/>
                </a:lnTo>
                <a:cubicBezTo>
                  <a:pt x="4597" y="392"/>
                  <a:pt x="4597" y="229"/>
                  <a:pt x="4497" y="129"/>
                </a:cubicBezTo>
                <a:cubicBezTo>
                  <a:pt x="4397" y="29"/>
                  <a:pt x="4234" y="29"/>
                  <a:pt x="4134" y="129"/>
                </a:cubicBezTo>
                <a:lnTo>
                  <a:pt x="2842" y="1421"/>
                </a:lnTo>
                <a:cubicBezTo>
                  <a:pt x="2832" y="1431"/>
                  <a:pt x="2814" y="1431"/>
                  <a:pt x="2804" y="1421"/>
                </a:cubicBezTo>
                <a:cubicBezTo>
                  <a:pt x="2793" y="1410"/>
                  <a:pt x="2793" y="1394"/>
                  <a:pt x="2804" y="1383"/>
                </a:cubicBezTo>
                <a:lnTo>
                  <a:pt x="4096" y="91"/>
                </a:lnTo>
                <a:cubicBezTo>
                  <a:pt x="4217" y="-30"/>
                  <a:pt x="4414" y="-30"/>
                  <a:pt x="4535" y="91"/>
                </a:cubicBezTo>
                <a:cubicBezTo>
                  <a:pt x="4657" y="212"/>
                  <a:pt x="4657" y="409"/>
                  <a:pt x="4535" y="530"/>
                </a:cubicBezTo>
                <a:lnTo>
                  <a:pt x="47" y="5019"/>
                </a:lnTo>
                <a:cubicBezTo>
                  <a:pt x="42" y="5024"/>
                  <a:pt x="35" y="5027"/>
                  <a:pt x="27" y="5027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111;p13">
            <a:extLst>
              <a:ext uri="{FF2B5EF4-FFF2-40B4-BE49-F238E27FC236}">
                <a16:creationId xmlns:a16="http://schemas.microsoft.com/office/drawing/2014/main" id="{17177695-ED81-4E5F-95AC-A7DF2E6721F1}"/>
              </a:ext>
            </a:extLst>
          </p:cNvPr>
          <p:cNvSpPr/>
          <p:nvPr userDrawn="1"/>
        </p:nvSpPr>
        <p:spPr>
          <a:xfrm>
            <a:off x="-1038430" y="1004609"/>
            <a:ext cx="1228032" cy="1228032"/>
          </a:xfrm>
          <a:custGeom>
            <a:avLst/>
            <a:gdLst/>
            <a:ahLst/>
            <a:cxnLst/>
            <a:rect l="l" t="t" r="r" b="b"/>
            <a:pathLst>
              <a:path w="2237" h="2237" extrusionOk="0">
                <a:moveTo>
                  <a:pt x="36" y="2200"/>
                </a:moveTo>
                <a:lnTo>
                  <a:pt x="36" y="2200"/>
                </a:lnTo>
                <a:cubicBezTo>
                  <a:pt x="-12" y="2151"/>
                  <a:pt x="-12" y="2072"/>
                  <a:pt x="36" y="2023"/>
                </a:cubicBezTo>
                <a:lnTo>
                  <a:pt x="2022" y="37"/>
                </a:lnTo>
                <a:cubicBezTo>
                  <a:pt x="2071" y="-12"/>
                  <a:pt x="2151" y="-12"/>
                  <a:pt x="2200" y="37"/>
                </a:cubicBezTo>
                <a:cubicBezTo>
                  <a:pt x="2249" y="86"/>
                  <a:pt x="2249" y="166"/>
                  <a:pt x="2200" y="215"/>
                </a:cubicBezTo>
                <a:lnTo>
                  <a:pt x="214" y="2200"/>
                </a:lnTo>
                <a:cubicBezTo>
                  <a:pt x="165" y="2249"/>
                  <a:pt x="85" y="2249"/>
                  <a:pt x="36" y="220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116;p13">
            <a:extLst>
              <a:ext uri="{FF2B5EF4-FFF2-40B4-BE49-F238E27FC236}">
                <a16:creationId xmlns:a16="http://schemas.microsoft.com/office/drawing/2014/main" id="{099F9CC8-9256-49A6-9B53-AAADCF80B12C}"/>
              </a:ext>
            </a:extLst>
          </p:cNvPr>
          <p:cNvSpPr/>
          <p:nvPr userDrawn="1"/>
        </p:nvSpPr>
        <p:spPr>
          <a:xfrm>
            <a:off x="-98697" y="1471718"/>
            <a:ext cx="447947" cy="448501"/>
          </a:xfrm>
          <a:custGeom>
            <a:avLst/>
            <a:gdLst/>
            <a:ahLst/>
            <a:cxnLst/>
            <a:rect l="l" t="t" r="r" b="b"/>
            <a:pathLst>
              <a:path w="844" h="845" extrusionOk="0">
                <a:moveTo>
                  <a:pt x="420" y="845"/>
                </a:moveTo>
                <a:cubicBezTo>
                  <a:pt x="412" y="845"/>
                  <a:pt x="406" y="843"/>
                  <a:pt x="400" y="837"/>
                </a:cubicBezTo>
                <a:cubicBezTo>
                  <a:pt x="390" y="827"/>
                  <a:pt x="390" y="809"/>
                  <a:pt x="400" y="799"/>
                </a:cubicBezTo>
                <a:lnTo>
                  <a:pt x="717" y="483"/>
                </a:lnTo>
                <a:cubicBezTo>
                  <a:pt x="814" y="385"/>
                  <a:pt x="814" y="226"/>
                  <a:pt x="717" y="128"/>
                </a:cubicBezTo>
                <a:cubicBezTo>
                  <a:pt x="670" y="81"/>
                  <a:pt x="607" y="54"/>
                  <a:pt x="540" y="54"/>
                </a:cubicBezTo>
                <a:cubicBezTo>
                  <a:pt x="473" y="54"/>
                  <a:pt x="410" y="81"/>
                  <a:pt x="362" y="128"/>
                </a:cubicBezTo>
                <a:lnTo>
                  <a:pt x="46" y="444"/>
                </a:lnTo>
                <a:cubicBezTo>
                  <a:pt x="36" y="455"/>
                  <a:pt x="18" y="455"/>
                  <a:pt x="7" y="444"/>
                </a:cubicBezTo>
                <a:cubicBezTo>
                  <a:pt x="-3" y="434"/>
                  <a:pt x="-3" y="417"/>
                  <a:pt x="7" y="406"/>
                </a:cubicBezTo>
                <a:lnTo>
                  <a:pt x="324" y="90"/>
                </a:lnTo>
                <a:cubicBezTo>
                  <a:pt x="382" y="32"/>
                  <a:pt x="459" y="0"/>
                  <a:pt x="540" y="0"/>
                </a:cubicBezTo>
                <a:cubicBezTo>
                  <a:pt x="621" y="0"/>
                  <a:pt x="698" y="32"/>
                  <a:pt x="755" y="90"/>
                </a:cubicBezTo>
                <a:cubicBezTo>
                  <a:pt x="874" y="208"/>
                  <a:pt x="874" y="402"/>
                  <a:pt x="755" y="520"/>
                </a:cubicBezTo>
                <a:lnTo>
                  <a:pt x="439" y="837"/>
                </a:lnTo>
                <a:cubicBezTo>
                  <a:pt x="433" y="843"/>
                  <a:pt x="426" y="845"/>
                  <a:pt x="420" y="84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" name="Google Shape;25;p4">
            <a:extLst>
              <a:ext uri="{FF2B5EF4-FFF2-40B4-BE49-F238E27FC236}">
                <a16:creationId xmlns:a16="http://schemas.microsoft.com/office/drawing/2014/main" id="{E23343B7-FABE-48A2-8C91-6D5421CBEE51}"/>
              </a:ext>
            </a:extLst>
          </p:cNvPr>
          <p:cNvGrpSpPr/>
          <p:nvPr userDrawn="1"/>
        </p:nvGrpSpPr>
        <p:grpSpPr>
          <a:xfrm>
            <a:off x="-83675" y="3916993"/>
            <a:ext cx="9592534" cy="1526221"/>
            <a:chOff x="-83675" y="3916993"/>
            <a:chExt cx="9592534" cy="1526221"/>
          </a:xfrm>
        </p:grpSpPr>
        <p:sp>
          <p:nvSpPr>
            <p:cNvPr id="20" name="Google Shape;26;p4">
              <a:extLst>
                <a:ext uri="{FF2B5EF4-FFF2-40B4-BE49-F238E27FC236}">
                  <a16:creationId xmlns:a16="http://schemas.microsoft.com/office/drawing/2014/main" id="{3C76EC43-5049-44F3-9978-DDBDAAE5C3AC}"/>
                </a:ext>
              </a:extLst>
            </p:cNvPr>
            <p:cNvSpPr/>
            <p:nvPr/>
          </p:nvSpPr>
          <p:spPr>
            <a:xfrm>
              <a:off x="-83675" y="4384642"/>
              <a:ext cx="488484" cy="489063"/>
            </a:xfrm>
            <a:custGeom>
              <a:avLst/>
              <a:gdLst/>
              <a:ahLst/>
              <a:cxnLst/>
              <a:rect l="l" t="t" r="r" b="b"/>
              <a:pathLst>
                <a:path w="844" h="845" extrusionOk="0">
                  <a:moveTo>
                    <a:pt x="420" y="845"/>
                  </a:moveTo>
                  <a:cubicBezTo>
                    <a:pt x="412" y="845"/>
                    <a:pt x="406" y="843"/>
                    <a:pt x="400" y="837"/>
                  </a:cubicBezTo>
                  <a:cubicBezTo>
                    <a:pt x="390" y="827"/>
                    <a:pt x="390" y="809"/>
                    <a:pt x="400" y="799"/>
                  </a:cubicBezTo>
                  <a:lnTo>
                    <a:pt x="717" y="483"/>
                  </a:lnTo>
                  <a:cubicBezTo>
                    <a:pt x="814" y="385"/>
                    <a:pt x="814" y="226"/>
                    <a:pt x="717" y="128"/>
                  </a:cubicBezTo>
                  <a:cubicBezTo>
                    <a:pt x="670" y="81"/>
                    <a:pt x="607" y="54"/>
                    <a:pt x="540" y="54"/>
                  </a:cubicBezTo>
                  <a:cubicBezTo>
                    <a:pt x="473" y="54"/>
                    <a:pt x="410" y="81"/>
                    <a:pt x="362" y="128"/>
                  </a:cubicBezTo>
                  <a:lnTo>
                    <a:pt x="46" y="444"/>
                  </a:lnTo>
                  <a:cubicBezTo>
                    <a:pt x="36" y="455"/>
                    <a:pt x="18" y="455"/>
                    <a:pt x="7" y="444"/>
                  </a:cubicBezTo>
                  <a:cubicBezTo>
                    <a:pt x="-3" y="434"/>
                    <a:pt x="-3" y="417"/>
                    <a:pt x="7" y="406"/>
                  </a:cubicBezTo>
                  <a:lnTo>
                    <a:pt x="324" y="90"/>
                  </a:lnTo>
                  <a:cubicBezTo>
                    <a:pt x="382" y="32"/>
                    <a:pt x="459" y="0"/>
                    <a:pt x="540" y="0"/>
                  </a:cubicBezTo>
                  <a:cubicBezTo>
                    <a:pt x="621" y="0"/>
                    <a:pt x="698" y="32"/>
                    <a:pt x="755" y="90"/>
                  </a:cubicBezTo>
                  <a:cubicBezTo>
                    <a:pt x="874" y="208"/>
                    <a:pt x="874" y="402"/>
                    <a:pt x="755" y="520"/>
                  </a:cubicBezTo>
                  <a:lnTo>
                    <a:pt x="439" y="837"/>
                  </a:lnTo>
                  <a:cubicBezTo>
                    <a:pt x="433" y="843"/>
                    <a:pt x="426" y="845"/>
                    <a:pt x="420" y="8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" name="Google Shape;27;p4">
              <a:extLst>
                <a:ext uri="{FF2B5EF4-FFF2-40B4-BE49-F238E27FC236}">
                  <a16:creationId xmlns:a16="http://schemas.microsoft.com/office/drawing/2014/main" id="{394FCC20-5B28-4C9A-9BC4-50FDB7721959}"/>
                </a:ext>
              </a:extLst>
            </p:cNvPr>
            <p:cNvGrpSpPr/>
            <p:nvPr/>
          </p:nvGrpSpPr>
          <p:grpSpPr>
            <a:xfrm>
              <a:off x="189602" y="4465986"/>
              <a:ext cx="782500" cy="782500"/>
              <a:chOff x="189602" y="4465986"/>
              <a:chExt cx="782500" cy="782500"/>
            </a:xfrm>
          </p:grpSpPr>
          <p:sp>
            <p:nvSpPr>
              <p:cNvPr id="26" name="Google Shape;28;p4">
                <a:extLst>
                  <a:ext uri="{FF2B5EF4-FFF2-40B4-BE49-F238E27FC236}">
                    <a16:creationId xmlns:a16="http://schemas.microsoft.com/office/drawing/2014/main" id="{E3AAC419-ADF0-4BE1-90A4-9867FD26A87D}"/>
                  </a:ext>
                </a:extLst>
              </p:cNvPr>
              <p:cNvSpPr/>
              <p:nvPr/>
            </p:nvSpPr>
            <p:spPr>
              <a:xfrm>
                <a:off x="286835" y="4816143"/>
                <a:ext cx="335109" cy="335109"/>
              </a:xfrm>
              <a:custGeom>
                <a:avLst/>
                <a:gdLst/>
                <a:ahLst/>
                <a:cxnLst/>
                <a:rect l="l" t="t" r="r" b="b"/>
                <a:pathLst>
                  <a:path w="579" h="579" extrusionOk="0">
                    <a:moveTo>
                      <a:pt x="289" y="54"/>
                    </a:moveTo>
                    <a:cubicBezTo>
                      <a:pt x="160" y="54"/>
                      <a:pt x="54" y="160"/>
                      <a:pt x="54" y="290"/>
                    </a:cubicBezTo>
                    <a:cubicBezTo>
                      <a:pt x="54" y="420"/>
                      <a:pt x="160" y="525"/>
                      <a:pt x="289" y="525"/>
                    </a:cubicBezTo>
                    <a:cubicBezTo>
                      <a:pt x="419" y="525"/>
                      <a:pt x="525" y="420"/>
                      <a:pt x="525" y="290"/>
                    </a:cubicBezTo>
                    <a:cubicBezTo>
                      <a:pt x="525" y="160"/>
                      <a:pt x="419" y="54"/>
                      <a:pt x="289" y="54"/>
                    </a:cubicBezTo>
                    <a:moveTo>
                      <a:pt x="289" y="579"/>
                    </a:moveTo>
                    <a:cubicBezTo>
                      <a:pt x="130" y="579"/>
                      <a:pt x="0" y="449"/>
                      <a:pt x="0" y="290"/>
                    </a:cubicBezTo>
                    <a:cubicBezTo>
                      <a:pt x="0" y="130"/>
                      <a:pt x="130" y="0"/>
                      <a:pt x="289" y="0"/>
                    </a:cubicBezTo>
                    <a:cubicBezTo>
                      <a:pt x="449" y="0"/>
                      <a:pt x="579" y="130"/>
                      <a:pt x="579" y="290"/>
                    </a:cubicBezTo>
                    <a:cubicBezTo>
                      <a:pt x="579" y="449"/>
                      <a:pt x="449" y="579"/>
                      <a:pt x="289" y="57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" name="Google Shape;29;p4">
                <a:extLst>
                  <a:ext uri="{FF2B5EF4-FFF2-40B4-BE49-F238E27FC236}">
                    <a16:creationId xmlns:a16="http://schemas.microsoft.com/office/drawing/2014/main" id="{26392813-5006-41ED-B54C-642F9A0CD138}"/>
                  </a:ext>
                </a:extLst>
              </p:cNvPr>
              <p:cNvSpPr/>
              <p:nvPr/>
            </p:nvSpPr>
            <p:spPr>
              <a:xfrm>
                <a:off x="189602" y="4465986"/>
                <a:ext cx="782500" cy="782500"/>
              </a:xfrm>
              <a:custGeom>
                <a:avLst/>
                <a:gdLst/>
                <a:ahLst/>
                <a:cxnLst/>
                <a:rect l="l" t="t" r="r" b="b"/>
                <a:pathLst>
                  <a:path w="1352" h="1352" extrusionOk="0">
                    <a:moveTo>
                      <a:pt x="27" y="1352"/>
                    </a:moveTo>
                    <a:cubicBezTo>
                      <a:pt x="20" y="1352"/>
                      <a:pt x="13" y="1350"/>
                      <a:pt x="8" y="1344"/>
                    </a:cubicBezTo>
                    <a:cubicBezTo>
                      <a:pt x="-3" y="1334"/>
                      <a:pt x="-3" y="1317"/>
                      <a:pt x="8" y="1306"/>
                    </a:cubicBezTo>
                    <a:lnTo>
                      <a:pt x="1306" y="7"/>
                    </a:lnTo>
                    <a:cubicBezTo>
                      <a:pt x="1317" y="-3"/>
                      <a:pt x="1334" y="-3"/>
                      <a:pt x="1345" y="7"/>
                    </a:cubicBezTo>
                    <a:cubicBezTo>
                      <a:pt x="1355" y="18"/>
                      <a:pt x="1355" y="35"/>
                      <a:pt x="1345" y="46"/>
                    </a:cubicBezTo>
                    <a:lnTo>
                      <a:pt x="46" y="1344"/>
                    </a:lnTo>
                    <a:cubicBezTo>
                      <a:pt x="41" y="1350"/>
                      <a:pt x="34" y="1352"/>
                      <a:pt x="27" y="135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" name="Google Shape;30;p4">
              <a:extLst>
                <a:ext uri="{FF2B5EF4-FFF2-40B4-BE49-F238E27FC236}">
                  <a16:creationId xmlns:a16="http://schemas.microsoft.com/office/drawing/2014/main" id="{91B8D7EE-A0DF-46D9-93C6-7BA14991D95C}"/>
                </a:ext>
              </a:extLst>
            </p:cNvPr>
            <p:cNvGrpSpPr/>
            <p:nvPr userDrawn="1"/>
          </p:nvGrpSpPr>
          <p:grpSpPr>
            <a:xfrm>
              <a:off x="7815368" y="3916993"/>
              <a:ext cx="1693491" cy="1526221"/>
              <a:chOff x="6499529" y="707505"/>
              <a:chExt cx="1053363" cy="949320"/>
            </a:xfrm>
          </p:grpSpPr>
          <p:sp>
            <p:nvSpPr>
              <p:cNvPr id="24" name="Google Shape;31;p4">
                <a:extLst>
                  <a:ext uri="{FF2B5EF4-FFF2-40B4-BE49-F238E27FC236}">
                    <a16:creationId xmlns:a16="http://schemas.microsoft.com/office/drawing/2014/main" id="{4A3B01E8-5E94-4A8F-97EB-1C730E572449}"/>
                  </a:ext>
                </a:extLst>
              </p:cNvPr>
              <p:cNvSpPr/>
              <p:nvPr userDrawn="1"/>
            </p:nvSpPr>
            <p:spPr>
              <a:xfrm>
                <a:off x="6499529" y="948345"/>
                <a:ext cx="708480" cy="708480"/>
              </a:xfrm>
              <a:custGeom>
                <a:avLst/>
                <a:gdLst/>
                <a:ahLst/>
                <a:cxnLst/>
                <a:rect l="l" t="t" r="r" b="b"/>
                <a:pathLst>
                  <a:path w="1968" h="1968" extrusionOk="0">
                    <a:moveTo>
                      <a:pt x="27" y="1968"/>
                    </a:moveTo>
                    <a:cubicBezTo>
                      <a:pt x="20" y="1968"/>
                      <a:pt x="13" y="1966"/>
                      <a:pt x="8" y="1961"/>
                    </a:cubicBezTo>
                    <a:cubicBezTo>
                      <a:pt x="-3" y="1950"/>
                      <a:pt x="-3" y="1933"/>
                      <a:pt x="8" y="1922"/>
                    </a:cubicBezTo>
                    <a:lnTo>
                      <a:pt x="1922" y="8"/>
                    </a:lnTo>
                    <a:cubicBezTo>
                      <a:pt x="1933" y="-3"/>
                      <a:pt x="1950" y="-3"/>
                      <a:pt x="1960" y="8"/>
                    </a:cubicBezTo>
                    <a:cubicBezTo>
                      <a:pt x="1971" y="18"/>
                      <a:pt x="1971" y="36"/>
                      <a:pt x="1960" y="46"/>
                    </a:cubicBezTo>
                    <a:lnTo>
                      <a:pt x="46" y="1961"/>
                    </a:lnTo>
                    <a:cubicBezTo>
                      <a:pt x="41" y="1966"/>
                      <a:pt x="34" y="1968"/>
                      <a:pt x="27" y="19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" name="Google Shape;32;p4">
                <a:extLst>
                  <a:ext uri="{FF2B5EF4-FFF2-40B4-BE49-F238E27FC236}">
                    <a16:creationId xmlns:a16="http://schemas.microsoft.com/office/drawing/2014/main" id="{B19EE4E8-12CE-4963-95D6-62B1796F9644}"/>
                  </a:ext>
                </a:extLst>
              </p:cNvPr>
              <p:cNvSpPr/>
              <p:nvPr userDrawn="1"/>
            </p:nvSpPr>
            <p:spPr>
              <a:xfrm>
                <a:off x="6844051" y="707505"/>
                <a:ext cx="708840" cy="708840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1969" extrusionOk="0">
                    <a:moveTo>
                      <a:pt x="27" y="1969"/>
                    </a:moveTo>
                    <a:cubicBezTo>
                      <a:pt x="20" y="1969"/>
                      <a:pt x="13" y="1965"/>
                      <a:pt x="8" y="1960"/>
                    </a:cubicBezTo>
                    <a:cubicBezTo>
                      <a:pt x="-3" y="1950"/>
                      <a:pt x="-3" y="1933"/>
                      <a:pt x="8" y="1922"/>
                    </a:cubicBezTo>
                    <a:lnTo>
                      <a:pt x="1922" y="8"/>
                    </a:lnTo>
                    <a:cubicBezTo>
                      <a:pt x="1933" y="-3"/>
                      <a:pt x="1950" y="-3"/>
                      <a:pt x="1961" y="8"/>
                    </a:cubicBezTo>
                    <a:cubicBezTo>
                      <a:pt x="1972" y="18"/>
                      <a:pt x="1972" y="35"/>
                      <a:pt x="1961" y="46"/>
                    </a:cubicBezTo>
                    <a:lnTo>
                      <a:pt x="46" y="1960"/>
                    </a:lnTo>
                    <a:cubicBezTo>
                      <a:pt x="41" y="1965"/>
                      <a:pt x="34" y="1969"/>
                      <a:pt x="27" y="196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47A9DFDF-F914-4090-89BE-0A269CFA5535}"/>
              </a:ext>
            </a:extLst>
          </p:cNvPr>
          <p:cNvSpPr/>
          <p:nvPr userDrawn="1"/>
        </p:nvSpPr>
        <p:spPr>
          <a:xfrm>
            <a:off x="0" y="-2471"/>
            <a:ext cx="9144000" cy="689586"/>
          </a:xfrm>
          <a:prstGeom prst="rect">
            <a:avLst/>
          </a:prstGeom>
          <a:solidFill>
            <a:srgbClr val="3B63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C34D4AA-BF4A-4D61-B6A2-0A540B89EB60}"/>
              </a:ext>
            </a:extLst>
          </p:cNvPr>
          <p:cNvCxnSpPr>
            <a:cxnSpLocks/>
          </p:cNvCxnSpPr>
          <p:nvPr userDrawn="1"/>
        </p:nvCxnSpPr>
        <p:spPr>
          <a:xfrm>
            <a:off x="279566" y="617934"/>
            <a:ext cx="0" cy="380286"/>
          </a:xfrm>
          <a:prstGeom prst="straightConnector1">
            <a:avLst/>
          </a:prstGeom>
          <a:ln w="38100">
            <a:solidFill>
              <a:srgbClr val="3B635A">
                <a:alpha val="70000"/>
              </a:srgb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NUM">
            <a:extLst>
              <a:ext uri="{FF2B5EF4-FFF2-40B4-BE49-F238E27FC236}">
                <a16:creationId xmlns:a16="http://schemas.microsoft.com/office/drawing/2014/main" id="{88873E20-6CA0-4148-B0DC-2710727CCE5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1AEE1A3-1EFC-485D-B2C8-59C4EE8823F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XT1">
            <a:extLst>
              <a:ext uri="{FF2B5EF4-FFF2-40B4-BE49-F238E27FC236}">
                <a16:creationId xmlns:a16="http://schemas.microsoft.com/office/drawing/2014/main" id="{5B2B5D49-C590-43F4-89DC-4FE33270924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6894" y="748727"/>
            <a:ext cx="8253646" cy="3552365"/>
          </a:xfrm>
        </p:spPr>
        <p:txBody>
          <a:bodyPr/>
          <a:lstStyle>
            <a:lvl1pPr marL="360363" indent="-182563" defTabSz="1800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100000"/>
              <a:buFont typeface="Lexend" panose="020B0604020202020204" charset="0"/>
              <a:buChar char="−"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538163" indent="-198438" defTabSz="1800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90000"/>
              <a:buFont typeface="Lexend" panose="020B0604020202020204" charset="0"/>
              <a:buChar char="+"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715963" indent="-177800" defTabSz="1800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§"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898525" indent="-177800" defTabSz="1800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•"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076325" indent="-177800" defTabSz="1800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90000"/>
              <a:tabLst>
                <a:tab pos="1076325" algn="l"/>
              </a:tabLst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D4CC530C-E380-44B3-9435-E54517C0D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893" y="15089"/>
            <a:ext cx="8253646" cy="652295"/>
          </a:xfrm>
        </p:spPr>
        <p:txBody>
          <a:bodyPr anchor="ctr"/>
          <a:lstStyle>
            <a:lvl1pPr algn="l">
              <a:defRPr sz="2800">
                <a:solidFill>
                  <a:schemeClr val="accent6"/>
                </a:solidFill>
                <a:latin typeface="Nunito Black" panose="00000A00000000000000" pitchFamily="2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2711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Title only 12">
    <p:bg>
      <p:bgPr>
        <a:solidFill>
          <a:srgbClr val="FFFFFF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oogle Shape;40;p6"/>
          <p:cNvGrpSpPr/>
          <p:nvPr/>
        </p:nvGrpSpPr>
        <p:grpSpPr>
          <a:xfrm>
            <a:off x="-1339136" y="-739612"/>
            <a:ext cx="11084655" cy="6682135"/>
            <a:chOff x="-1339136" y="-739612"/>
            <a:chExt cx="11084655" cy="6682135"/>
          </a:xfrm>
        </p:grpSpPr>
        <p:grpSp>
          <p:nvGrpSpPr>
            <p:cNvPr id="41" name="Google Shape;41;p6"/>
            <p:cNvGrpSpPr/>
            <p:nvPr/>
          </p:nvGrpSpPr>
          <p:grpSpPr>
            <a:xfrm>
              <a:off x="-1339136" y="2979971"/>
              <a:ext cx="1961448" cy="1961448"/>
              <a:chOff x="3335760" y="960480"/>
              <a:chExt cx="1286280" cy="1286280"/>
            </a:xfrm>
          </p:grpSpPr>
          <p:sp>
            <p:nvSpPr>
              <p:cNvPr id="42" name="Google Shape;42;p6"/>
              <p:cNvSpPr/>
              <p:nvPr/>
            </p:nvSpPr>
            <p:spPr>
              <a:xfrm>
                <a:off x="3335760" y="960480"/>
                <a:ext cx="1286280" cy="1286280"/>
              </a:xfrm>
              <a:custGeom>
                <a:avLst/>
                <a:gdLst/>
                <a:ahLst/>
                <a:cxnLst/>
                <a:rect l="l" t="t" r="r" b="b"/>
                <a:pathLst>
                  <a:path w="3573" h="3573" extrusionOk="0">
                    <a:moveTo>
                      <a:pt x="1786" y="3573"/>
                    </a:moveTo>
                    <a:cubicBezTo>
                      <a:pt x="1771" y="3573"/>
                      <a:pt x="1759" y="3560"/>
                      <a:pt x="1759" y="3546"/>
                    </a:cubicBezTo>
                    <a:cubicBezTo>
                      <a:pt x="1759" y="3531"/>
                      <a:pt x="1771" y="3518"/>
                      <a:pt x="1786" y="3518"/>
                    </a:cubicBezTo>
                    <a:cubicBezTo>
                      <a:pt x="2741" y="3518"/>
                      <a:pt x="3518" y="2742"/>
                      <a:pt x="3518" y="1786"/>
                    </a:cubicBezTo>
                    <a:cubicBezTo>
                      <a:pt x="3518" y="831"/>
                      <a:pt x="2741" y="55"/>
                      <a:pt x="1786" y="55"/>
                    </a:cubicBezTo>
                    <a:cubicBezTo>
                      <a:pt x="831" y="55"/>
                      <a:pt x="54" y="831"/>
                      <a:pt x="54" y="1786"/>
                    </a:cubicBezTo>
                    <a:cubicBezTo>
                      <a:pt x="54" y="1802"/>
                      <a:pt x="42" y="1813"/>
                      <a:pt x="27" y="1813"/>
                    </a:cubicBezTo>
                    <a:cubicBezTo>
                      <a:pt x="12" y="1813"/>
                      <a:pt x="0" y="1802"/>
                      <a:pt x="0" y="1786"/>
                    </a:cubicBezTo>
                    <a:cubicBezTo>
                      <a:pt x="0" y="802"/>
                      <a:pt x="801" y="0"/>
                      <a:pt x="1786" y="0"/>
                    </a:cubicBezTo>
                    <a:cubicBezTo>
                      <a:pt x="2771" y="0"/>
                      <a:pt x="3573" y="802"/>
                      <a:pt x="3573" y="1786"/>
                    </a:cubicBezTo>
                    <a:cubicBezTo>
                      <a:pt x="3573" y="2771"/>
                      <a:pt x="2771" y="3573"/>
                      <a:pt x="1786" y="357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43;p6"/>
              <p:cNvSpPr/>
              <p:nvPr/>
            </p:nvSpPr>
            <p:spPr>
              <a:xfrm>
                <a:off x="3453120" y="1077840"/>
                <a:ext cx="1051200" cy="1051560"/>
              </a:xfrm>
              <a:custGeom>
                <a:avLst/>
                <a:gdLst/>
                <a:ahLst/>
                <a:cxnLst/>
                <a:rect l="l" t="t" r="r" b="b"/>
                <a:pathLst>
                  <a:path w="2920" h="2921" extrusionOk="0">
                    <a:moveTo>
                      <a:pt x="1460" y="54"/>
                    </a:moveTo>
                    <a:cubicBezTo>
                      <a:pt x="685" y="54"/>
                      <a:pt x="54" y="685"/>
                      <a:pt x="54" y="1460"/>
                    </a:cubicBezTo>
                    <a:cubicBezTo>
                      <a:pt x="54" y="2236"/>
                      <a:pt x="685" y="2867"/>
                      <a:pt x="1460" y="2867"/>
                    </a:cubicBezTo>
                    <a:cubicBezTo>
                      <a:pt x="2235" y="2867"/>
                      <a:pt x="2867" y="2236"/>
                      <a:pt x="2867" y="1460"/>
                    </a:cubicBezTo>
                    <a:cubicBezTo>
                      <a:pt x="2867" y="685"/>
                      <a:pt x="2235" y="54"/>
                      <a:pt x="1460" y="54"/>
                    </a:cubicBezTo>
                    <a:moveTo>
                      <a:pt x="1460" y="2921"/>
                    </a:moveTo>
                    <a:cubicBezTo>
                      <a:pt x="655" y="2921"/>
                      <a:pt x="0" y="2266"/>
                      <a:pt x="0" y="1460"/>
                    </a:cubicBezTo>
                    <a:cubicBezTo>
                      <a:pt x="0" y="655"/>
                      <a:pt x="655" y="0"/>
                      <a:pt x="1460" y="0"/>
                    </a:cubicBezTo>
                    <a:cubicBezTo>
                      <a:pt x="2266" y="0"/>
                      <a:pt x="2920" y="655"/>
                      <a:pt x="2920" y="1460"/>
                    </a:cubicBezTo>
                    <a:cubicBezTo>
                      <a:pt x="2920" y="2266"/>
                      <a:pt x="2266" y="2921"/>
                      <a:pt x="1460" y="292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44;p6"/>
              <p:cNvSpPr/>
              <p:nvPr/>
            </p:nvSpPr>
            <p:spPr>
              <a:xfrm>
                <a:off x="3570480" y="1195200"/>
                <a:ext cx="816480" cy="816840"/>
              </a:xfrm>
              <a:custGeom>
                <a:avLst/>
                <a:gdLst/>
                <a:ahLst/>
                <a:cxnLst/>
                <a:rect l="l" t="t" r="r" b="b"/>
                <a:pathLst>
                  <a:path w="2268" h="2269" extrusionOk="0">
                    <a:moveTo>
                      <a:pt x="1134" y="54"/>
                    </a:moveTo>
                    <a:cubicBezTo>
                      <a:pt x="539" y="54"/>
                      <a:pt x="54" y="539"/>
                      <a:pt x="54" y="1134"/>
                    </a:cubicBezTo>
                    <a:cubicBezTo>
                      <a:pt x="54" y="1730"/>
                      <a:pt x="539" y="2214"/>
                      <a:pt x="1134" y="2214"/>
                    </a:cubicBezTo>
                    <a:cubicBezTo>
                      <a:pt x="1730" y="2214"/>
                      <a:pt x="2214" y="1730"/>
                      <a:pt x="2214" y="1134"/>
                    </a:cubicBezTo>
                    <a:cubicBezTo>
                      <a:pt x="2214" y="539"/>
                      <a:pt x="1730" y="54"/>
                      <a:pt x="1134" y="54"/>
                    </a:cubicBezTo>
                    <a:moveTo>
                      <a:pt x="1134" y="2269"/>
                    </a:moveTo>
                    <a:cubicBezTo>
                      <a:pt x="509" y="2269"/>
                      <a:pt x="0" y="1760"/>
                      <a:pt x="0" y="1134"/>
                    </a:cubicBezTo>
                    <a:cubicBezTo>
                      <a:pt x="0" y="509"/>
                      <a:pt x="509" y="0"/>
                      <a:pt x="1134" y="0"/>
                    </a:cubicBezTo>
                    <a:cubicBezTo>
                      <a:pt x="1760" y="0"/>
                      <a:pt x="2268" y="509"/>
                      <a:pt x="2268" y="1134"/>
                    </a:cubicBezTo>
                    <a:cubicBezTo>
                      <a:pt x="2268" y="1760"/>
                      <a:pt x="1760" y="2269"/>
                      <a:pt x="1134" y="22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" name="Google Shape;45;p6"/>
              <p:cNvSpPr/>
              <p:nvPr/>
            </p:nvSpPr>
            <p:spPr>
              <a:xfrm>
                <a:off x="3687840" y="1312560"/>
                <a:ext cx="582120" cy="582120"/>
              </a:xfrm>
              <a:custGeom>
                <a:avLst/>
                <a:gdLst/>
                <a:ahLst/>
                <a:cxnLst/>
                <a:rect l="l" t="t" r="r" b="b"/>
                <a:pathLst>
                  <a:path w="1617" h="1617" extrusionOk="0">
                    <a:moveTo>
                      <a:pt x="808" y="54"/>
                    </a:moveTo>
                    <a:cubicBezTo>
                      <a:pt x="392" y="54"/>
                      <a:pt x="54" y="392"/>
                      <a:pt x="54" y="808"/>
                    </a:cubicBezTo>
                    <a:cubicBezTo>
                      <a:pt x="54" y="1225"/>
                      <a:pt x="392" y="1563"/>
                      <a:pt x="808" y="1563"/>
                    </a:cubicBezTo>
                    <a:cubicBezTo>
                      <a:pt x="1224" y="1563"/>
                      <a:pt x="1562" y="1225"/>
                      <a:pt x="1562" y="808"/>
                    </a:cubicBezTo>
                    <a:cubicBezTo>
                      <a:pt x="1562" y="392"/>
                      <a:pt x="1224" y="54"/>
                      <a:pt x="808" y="54"/>
                    </a:cubicBezTo>
                    <a:moveTo>
                      <a:pt x="808" y="1617"/>
                    </a:moveTo>
                    <a:cubicBezTo>
                      <a:pt x="363" y="1617"/>
                      <a:pt x="0" y="1254"/>
                      <a:pt x="0" y="808"/>
                    </a:cubicBezTo>
                    <a:cubicBezTo>
                      <a:pt x="0" y="363"/>
                      <a:pt x="363" y="0"/>
                      <a:pt x="808" y="0"/>
                    </a:cubicBezTo>
                    <a:cubicBezTo>
                      <a:pt x="1254" y="0"/>
                      <a:pt x="1617" y="363"/>
                      <a:pt x="1617" y="808"/>
                    </a:cubicBezTo>
                    <a:cubicBezTo>
                      <a:pt x="1617" y="1254"/>
                      <a:pt x="1254" y="1617"/>
                      <a:pt x="808" y="16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" name="Google Shape;46;p6"/>
              <p:cNvSpPr/>
              <p:nvPr/>
            </p:nvSpPr>
            <p:spPr>
              <a:xfrm>
                <a:off x="3805200" y="1429920"/>
                <a:ext cx="347040" cy="347400"/>
              </a:xfrm>
              <a:custGeom>
                <a:avLst/>
                <a:gdLst/>
                <a:ahLst/>
                <a:cxnLst/>
                <a:rect l="l" t="t" r="r" b="b"/>
                <a:pathLst>
                  <a:path w="964" h="965" extrusionOk="0">
                    <a:moveTo>
                      <a:pt x="482" y="54"/>
                    </a:moveTo>
                    <a:cubicBezTo>
                      <a:pt x="246" y="54"/>
                      <a:pt x="54" y="246"/>
                      <a:pt x="54" y="482"/>
                    </a:cubicBezTo>
                    <a:cubicBezTo>
                      <a:pt x="54" y="719"/>
                      <a:pt x="246" y="911"/>
                      <a:pt x="482" y="911"/>
                    </a:cubicBezTo>
                    <a:cubicBezTo>
                      <a:pt x="718" y="911"/>
                      <a:pt x="911" y="719"/>
                      <a:pt x="911" y="482"/>
                    </a:cubicBezTo>
                    <a:cubicBezTo>
                      <a:pt x="911" y="246"/>
                      <a:pt x="718" y="54"/>
                      <a:pt x="482" y="54"/>
                    </a:cubicBezTo>
                    <a:moveTo>
                      <a:pt x="482" y="965"/>
                    </a:moveTo>
                    <a:cubicBezTo>
                      <a:pt x="216" y="965"/>
                      <a:pt x="0" y="748"/>
                      <a:pt x="0" y="482"/>
                    </a:cubicBezTo>
                    <a:cubicBezTo>
                      <a:pt x="0" y="216"/>
                      <a:pt x="216" y="0"/>
                      <a:pt x="482" y="0"/>
                    </a:cubicBezTo>
                    <a:cubicBezTo>
                      <a:pt x="748" y="0"/>
                      <a:pt x="964" y="216"/>
                      <a:pt x="964" y="482"/>
                    </a:cubicBezTo>
                    <a:cubicBezTo>
                      <a:pt x="964" y="748"/>
                      <a:pt x="748" y="965"/>
                      <a:pt x="482" y="9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7" name="Google Shape;47;p6"/>
            <p:cNvGrpSpPr/>
            <p:nvPr/>
          </p:nvGrpSpPr>
          <p:grpSpPr>
            <a:xfrm>
              <a:off x="8424008" y="559481"/>
              <a:ext cx="799841" cy="799292"/>
              <a:chOff x="6807240" y="2796480"/>
              <a:chExt cx="524520" cy="524160"/>
            </a:xfrm>
          </p:grpSpPr>
          <p:sp>
            <p:nvSpPr>
              <p:cNvPr id="48" name="Google Shape;48;p6"/>
              <p:cNvSpPr/>
              <p:nvPr/>
            </p:nvSpPr>
            <p:spPr>
              <a:xfrm>
                <a:off x="6807240" y="2796480"/>
                <a:ext cx="524520" cy="524160"/>
              </a:xfrm>
              <a:custGeom>
                <a:avLst/>
                <a:gdLst/>
                <a:ahLst/>
                <a:cxnLst/>
                <a:rect l="l" t="t" r="r" b="b"/>
                <a:pathLst>
                  <a:path w="1457" h="1456" extrusionOk="0">
                    <a:moveTo>
                      <a:pt x="729" y="1456"/>
                    </a:moveTo>
                    <a:cubicBezTo>
                      <a:pt x="327" y="1456"/>
                      <a:pt x="0" y="1130"/>
                      <a:pt x="0" y="728"/>
                    </a:cubicBezTo>
                    <a:cubicBezTo>
                      <a:pt x="0" y="327"/>
                      <a:pt x="327" y="0"/>
                      <a:pt x="729" y="0"/>
                    </a:cubicBezTo>
                    <a:cubicBezTo>
                      <a:pt x="744" y="0"/>
                      <a:pt x="756" y="12"/>
                      <a:pt x="756" y="27"/>
                    </a:cubicBezTo>
                    <a:cubicBezTo>
                      <a:pt x="756" y="42"/>
                      <a:pt x="744" y="54"/>
                      <a:pt x="729" y="54"/>
                    </a:cubicBezTo>
                    <a:cubicBezTo>
                      <a:pt x="357" y="54"/>
                      <a:pt x="55" y="356"/>
                      <a:pt x="55" y="728"/>
                    </a:cubicBezTo>
                    <a:cubicBezTo>
                      <a:pt x="55" y="1100"/>
                      <a:pt x="357" y="1402"/>
                      <a:pt x="729" y="1402"/>
                    </a:cubicBezTo>
                    <a:cubicBezTo>
                      <a:pt x="1101" y="1402"/>
                      <a:pt x="1403" y="1100"/>
                      <a:pt x="1403" y="728"/>
                    </a:cubicBezTo>
                    <a:cubicBezTo>
                      <a:pt x="1403" y="713"/>
                      <a:pt x="1415" y="701"/>
                      <a:pt x="1430" y="701"/>
                    </a:cubicBezTo>
                    <a:cubicBezTo>
                      <a:pt x="1445" y="701"/>
                      <a:pt x="1457" y="713"/>
                      <a:pt x="1457" y="728"/>
                    </a:cubicBezTo>
                    <a:cubicBezTo>
                      <a:pt x="1457" y="1130"/>
                      <a:pt x="1130" y="1456"/>
                      <a:pt x="729" y="145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" name="Google Shape;49;p6"/>
              <p:cNvSpPr/>
              <p:nvPr/>
            </p:nvSpPr>
            <p:spPr>
              <a:xfrm>
                <a:off x="6892920" y="2881800"/>
                <a:ext cx="353520" cy="353520"/>
              </a:xfrm>
              <a:custGeom>
                <a:avLst/>
                <a:gdLst/>
                <a:ahLst/>
                <a:cxnLst/>
                <a:rect l="l" t="t" r="r" b="b"/>
                <a:pathLst>
                  <a:path w="982" h="982" extrusionOk="0">
                    <a:moveTo>
                      <a:pt x="491" y="271"/>
                    </a:moveTo>
                    <a:cubicBezTo>
                      <a:pt x="370" y="271"/>
                      <a:pt x="271" y="370"/>
                      <a:pt x="271" y="491"/>
                    </a:cubicBezTo>
                    <a:cubicBezTo>
                      <a:pt x="271" y="612"/>
                      <a:pt x="370" y="711"/>
                      <a:pt x="491" y="711"/>
                    </a:cubicBezTo>
                    <a:cubicBezTo>
                      <a:pt x="612" y="711"/>
                      <a:pt x="711" y="612"/>
                      <a:pt x="711" y="491"/>
                    </a:cubicBezTo>
                    <a:cubicBezTo>
                      <a:pt x="711" y="370"/>
                      <a:pt x="612" y="271"/>
                      <a:pt x="491" y="271"/>
                    </a:cubicBezTo>
                    <a:moveTo>
                      <a:pt x="491" y="982"/>
                    </a:moveTo>
                    <a:cubicBezTo>
                      <a:pt x="220" y="982"/>
                      <a:pt x="0" y="762"/>
                      <a:pt x="0" y="491"/>
                    </a:cubicBezTo>
                    <a:cubicBezTo>
                      <a:pt x="0" y="221"/>
                      <a:pt x="220" y="0"/>
                      <a:pt x="491" y="0"/>
                    </a:cubicBezTo>
                    <a:cubicBezTo>
                      <a:pt x="761" y="0"/>
                      <a:pt x="982" y="221"/>
                      <a:pt x="982" y="491"/>
                    </a:cubicBezTo>
                    <a:cubicBezTo>
                      <a:pt x="982" y="762"/>
                      <a:pt x="761" y="982"/>
                      <a:pt x="491" y="98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0" name="Google Shape;50;p6"/>
            <p:cNvSpPr/>
            <p:nvPr/>
          </p:nvSpPr>
          <p:spPr>
            <a:xfrm>
              <a:off x="8517484" y="-739612"/>
              <a:ext cx="1228035" cy="1228035"/>
            </a:xfrm>
            <a:custGeom>
              <a:avLst/>
              <a:gdLst/>
              <a:ahLst/>
              <a:cxnLst/>
              <a:rect l="l" t="t" r="r" b="b"/>
              <a:pathLst>
                <a:path w="2237" h="2237" extrusionOk="0">
                  <a:moveTo>
                    <a:pt x="36" y="2200"/>
                  </a:moveTo>
                  <a:lnTo>
                    <a:pt x="36" y="2200"/>
                  </a:lnTo>
                  <a:cubicBezTo>
                    <a:pt x="-12" y="2151"/>
                    <a:pt x="-12" y="2072"/>
                    <a:pt x="36" y="2023"/>
                  </a:cubicBezTo>
                  <a:lnTo>
                    <a:pt x="2022" y="37"/>
                  </a:lnTo>
                  <a:cubicBezTo>
                    <a:pt x="2071" y="-12"/>
                    <a:pt x="2151" y="-12"/>
                    <a:pt x="2200" y="37"/>
                  </a:cubicBezTo>
                  <a:cubicBezTo>
                    <a:pt x="2249" y="86"/>
                    <a:pt x="2249" y="166"/>
                    <a:pt x="2200" y="215"/>
                  </a:cubicBezTo>
                  <a:lnTo>
                    <a:pt x="214" y="2200"/>
                  </a:lnTo>
                  <a:cubicBezTo>
                    <a:pt x="165" y="2249"/>
                    <a:pt x="85" y="2249"/>
                    <a:pt x="36" y="22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6"/>
            <p:cNvSpPr/>
            <p:nvPr/>
          </p:nvSpPr>
          <p:spPr>
            <a:xfrm>
              <a:off x="-670166" y="4714488"/>
              <a:ext cx="1228035" cy="1228035"/>
            </a:xfrm>
            <a:custGeom>
              <a:avLst/>
              <a:gdLst/>
              <a:ahLst/>
              <a:cxnLst/>
              <a:rect l="l" t="t" r="r" b="b"/>
              <a:pathLst>
                <a:path w="2237" h="2237" extrusionOk="0">
                  <a:moveTo>
                    <a:pt x="36" y="2200"/>
                  </a:moveTo>
                  <a:lnTo>
                    <a:pt x="36" y="2200"/>
                  </a:lnTo>
                  <a:cubicBezTo>
                    <a:pt x="-12" y="2151"/>
                    <a:pt x="-12" y="2072"/>
                    <a:pt x="36" y="2023"/>
                  </a:cubicBezTo>
                  <a:lnTo>
                    <a:pt x="2022" y="37"/>
                  </a:lnTo>
                  <a:cubicBezTo>
                    <a:pt x="2071" y="-12"/>
                    <a:pt x="2151" y="-12"/>
                    <a:pt x="2200" y="37"/>
                  </a:cubicBezTo>
                  <a:cubicBezTo>
                    <a:pt x="2249" y="86"/>
                    <a:pt x="2249" y="166"/>
                    <a:pt x="2200" y="215"/>
                  </a:cubicBezTo>
                  <a:lnTo>
                    <a:pt x="214" y="2200"/>
                  </a:lnTo>
                  <a:cubicBezTo>
                    <a:pt x="165" y="2249"/>
                    <a:pt x="85" y="2249"/>
                    <a:pt x="36" y="220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11F615F5-6CF9-438A-86C8-4E3AF5862B03}"/>
              </a:ext>
            </a:extLst>
          </p:cNvPr>
          <p:cNvSpPr/>
          <p:nvPr userDrawn="1"/>
        </p:nvSpPr>
        <p:spPr>
          <a:xfrm>
            <a:off x="0" y="-17487"/>
            <a:ext cx="9144000" cy="689586"/>
          </a:xfrm>
          <a:prstGeom prst="rect">
            <a:avLst/>
          </a:prstGeom>
          <a:solidFill>
            <a:srgbClr val="3B63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E3E97A8-6336-4B50-BEFD-8A38444081EC}"/>
              </a:ext>
            </a:extLst>
          </p:cNvPr>
          <p:cNvCxnSpPr>
            <a:cxnSpLocks/>
          </p:cNvCxnSpPr>
          <p:nvPr userDrawn="1"/>
        </p:nvCxnSpPr>
        <p:spPr>
          <a:xfrm>
            <a:off x="279566" y="617934"/>
            <a:ext cx="0" cy="380286"/>
          </a:xfrm>
          <a:prstGeom prst="straightConnector1">
            <a:avLst/>
          </a:prstGeom>
          <a:ln w="38100">
            <a:solidFill>
              <a:srgbClr val="3B635A">
                <a:alpha val="70000"/>
              </a:srgb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NUM">
            <a:extLst>
              <a:ext uri="{FF2B5EF4-FFF2-40B4-BE49-F238E27FC236}">
                <a16:creationId xmlns:a16="http://schemas.microsoft.com/office/drawing/2014/main" id="{F56AF5F3-8DCB-4CED-A205-F1972746B2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1AEE1A3-1EFC-485D-B2C8-59C4EE8823F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9" name="TITLE"/>
          <p:cNvSpPr txBox="1">
            <a:spLocks noGrp="1"/>
          </p:cNvSpPr>
          <p:nvPr>
            <p:ph type="title"/>
          </p:nvPr>
        </p:nvSpPr>
        <p:spPr>
          <a:xfrm>
            <a:off x="406741" y="40956"/>
            <a:ext cx="829682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200">
                <a:solidFill>
                  <a:srgbClr val="FFFFFF"/>
                </a:solidFill>
                <a:latin typeface="Nunito Black" panose="00000A00000000000000" pitchFamily="2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938036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8.the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671C84C5-2EF2-4E52-8A4A-D0D926FE9D45}"/>
              </a:ext>
            </a:extLst>
          </p:cNvPr>
          <p:cNvGrpSpPr/>
          <p:nvPr userDrawn="1"/>
        </p:nvGrpSpPr>
        <p:grpSpPr>
          <a:xfrm>
            <a:off x="0" y="-8651"/>
            <a:ext cx="9144000" cy="5160801"/>
            <a:chOff x="0" y="-914087"/>
            <a:chExt cx="9144000" cy="5160801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1698FD57-F1A2-4186-BE1F-D52E0CF6082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914087"/>
              <a:ext cx="9144000" cy="5143500"/>
            </a:xfrm>
            <a:prstGeom prst="rect">
              <a:avLst/>
            </a:prstGeom>
            <a:noFill/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1ABBD22-568B-42F8-9D48-40BF42AC552E}"/>
                </a:ext>
              </a:extLst>
            </p:cNvPr>
            <p:cNvSpPr/>
            <p:nvPr userDrawn="1"/>
          </p:nvSpPr>
          <p:spPr>
            <a:xfrm>
              <a:off x="0" y="-914087"/>
              <a:ext cx="9144000" cy="5160801"/>
            </a:xfrm>
            <a:prstGeom prst="rect">
              <a:avLst/>
            </a:prstGeom>
            <a:gradFill flip="none" rotWithShape="1">
              <a:gsLst>
                <a:gs pos="0">
                  <a:schemeClr val="accent6">
                    <a:alpha val="25000"/>
                  </a:schemeClr>
                </a:gs>
                <a:gs pos="46000">
                  <a:schemeClr val="accent3">
                    <a:lumMod val="30000"/>
                    <a:lumOff val="70000"/>
                  </a:schemeClr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49E4EF08-914E-4B97-8675-7808B8F32A1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3840480" y="-1183162"/>
            <a:ext cx="7509823" cy="7509823"/>
          </a:xfrm>
          <a:prstGeom prst="rect">
            <a:avLst/>
          </a:prstGeom>
        </p:spPr>
      </p:pic>
      <p:sp>
        <p:nvSpPr>
          <p:cNvPr id="5" name="Shape 4">
            <a:extLst>
              <a:ext uri="{FF2B5EF4-FFF2-40B4-BE49-F238E27FC236}">
                <a16:creationId xmlns:a16="http://schemas.microsoft.com/office/drawing/2014/main" id="{716BC5D2-41F2-4655-8586-062418616DF8}"/>
              </a:ext>
            </a:extLst>
          </p:cNvPr>
          <p:cNvSpPr/>
          <p:nvPr userDrawn="1"/>
        </p:nvSpPr>
        <p:spPr>
          <a:xfrm>
            <a:off x="597635" y="645271"/>
            <a:ext cx="7948730" cy="3852958"/>
          </a:xfrm>
          <a:prstGeom prst="rect">
            <a:avLst/>
          </a:prstGeom>
          <a:solidFill>
            <a:srgbClr val="FFFFFF"/>
          </a:solidFill>
          <a:ln w="12700">
            <a:solidFill>
              <a:srgbClr val="3B635A"/>
            </a:solidFill>
            <a:prstDash val="solid"/>
          </a:ln>
          <a:effectLst>
            <a:outerShdw blurRad="50800" dist="50800" dir="5400000" sx="101000" sy="101000" algn="ctr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 sz="1200"/>
          </a:p>
        </p:txBody>
      </p:sp>
      <p:grpSp>
        <p:nvGrpSpPr>
          <p:cNvPr id="17" name="Google Shape;179;p24">
            <a:extLst>
              <a:ext uri="{FF2B5EF4-FFF2-40B4-BE49-F238E27FC236}">
                <a16:creationId xmlns:a16="http://schemas.microsoft.com/office/drawing/2014/main" id="{FD095E8A-8A3C-4DE1-BD27-07D35A2329E0}"/>
              </a:ext>
            </a:extLst>
          </p:cNvPr>
          <p:cNvGrpSpPr/>
          <p:nvPr userDrawn="1"/>
        </p:nvGrpSpPr>
        <p:grpSpPr>
          <a:xfrm>
            <a:off x="7399849" y="645271"/>
            <a:ext cx="1146516" cy="2391326"/>
            <a:chOff x="7138305" y="-514637"/>
            <a:chExt cx="2733235" cy="6161707"/>
          </a:xfrm>
          <a:effectLst>
            <a:outerShdw blurRad="50800" dist="50800" dir="5400000" sx="1000" sy="1000" algn="ctr" rotWithShape="0">
              <a:srgbClr val="000000">
                <a:alpha val="0"/>
              </a:srgbClr>
            </a:outerShdw>
          </a:effectLst>
        </p:grpSpPr>
        <p:grpSp>
          <p:nvGrpSpPr>
            <p:cNvPr id="18" name="Google Shape;180;p24">
              <a:extLst>
                <a:ext uri="{FF2B5EF4-FFF2-40B4-BE49-F238E27FC236}">
                  <a16:creationId xmlns:a16="http://schemas.microsoft.com/office/drawing/2014/main" id="{93166AB7-B007-4489-80C5-57122931BFA6}"/>
                </a:ext>
              </a:extLst>
            </p:cNvPr>
            <p:cNvGrpSpPr/>
            <p:nvPr/>
          </p:nvGrpSpPr>
          <p:grpSpPr>
            <a:xfrm>
              <a:off x="7453739" y="1762646"/>
              <a:ext cx="1961448" cy="1961448"/>
              <a:chOff x="3335760" y="960480"/>
              <a:chExt cx="1286280" cy="1286280"/>
            </a:xfrm>
          </p:grpSpPr>
          <p:sp>
            <p:nvSpPr>
              <p:cNvPr id="36" name="Google Shape;181;p24">
                <a:extLst>
                  <a:ext uri="{FF2B5EF4-FFF2-40B4-BE49-F238E27FC236}">
                    <a16:creationId xmlns:a16="http://schemas.microsoft.com/office/drawing/2014/main" id="{2D92B3CD-79E6-4FA9-A1D3-6FF7AF3F4E17}"/>
                  </a:ext>
                </a:extLst>
              </p:cNvPr>
              <p:cNvSpPr/>
              <p:nvPr/>
            </p:nvSpPr>
            <p:spPr>
              <a:xfrm>
                <a:off x="3335760" y="960480"/>
                <a:ext cx="1286280" cy="1286280"/>
              </a:xfrm>
              <a:custGeom>
                <a:avLst/>
                <a:gdLst/>
                <a:ahLst/>
                <a:cxnLst/>
                <a:rect l="l" t="t" r="r" b="b"/>
                <a:pathLst>
                  <a:path w="3573" h="3573" extrusionOk="0">
                    <a:moveTo>
                      <a:pt x="1786" y="3573"/>
                    </a:moveTo>
                    <a:cubicBezTo>
                      <a:pt x="1771" y="3573"/>
                      <a:pt x="1759" y="3560"/>
                      <a:pt x="1759" y="3546"/>
                    </a:cubicBezTo>
                    <a:cubicBezTo>
                      <a:pt x="1759" y="3531"/>
                      <a:pt x="1771" y="3518"/>
                      <a:pt x="1786" y="3518"/>
                    </a:cubicBezTo>
                    <a:cubicBezTo>
                      <a:pt x="2741" y="3518"/>
                      <a:pt x="3518" y="2742"/>
                      <a:pt x="3518" y="1786"/>
                    </a:cubicBezTo>
                    <a:cubicBezTo>
                      <a:pt x="3518" y="831"/>
                      <a:pt x="2741" y="55"/>
                      <a:pt x="1786" y="55"/>
                    </a:cubicBezTo>
                    <a:cubicBezTo>
                      <a:pt x="831" y="55"/>
                      <a:pt x="54" y="831"/>
                      <a:pt x="54" y="1786"/>
                    </a:cubicBezTo>
                    <a:cubicBezTo>
                      <a:pt x="54" y="1802"/>
                      <a:pt x="42" y="1813"/>
                      <a:pt x="27" y="1813"/>
                    </a:cubicBezTo>
                    <a:cubicBezTo>
                      <a:pt x="12" y="1813"/>
                      <a:pt x="0" y="1802"/>
                      <a:pt x="0" y="1786"/>
                    </a:cubicBezTo>
                    <a:cubicBezTo>
                      <a:pt x="0" y="802"/>
                      <a:pt x="801" y="0"/>
                      <a:pt x="1786" y="0"/>
                    </a:cubicBezTo>
                    <a:cubicBezTo>
                      <a:pt x="2771" y="0"/>
                      <a:pt x="3573" y="802"/>
                      <a:pt x="3573" y="1786"/>
                    </a:cubicBezTo>
                    <a:cubicBezTo>
                      <a:pt x="3573" y="2771"/>
                      <a:pt x="2771" y="3573"/>
                      <a:pt x="1786" y="357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" name="Google Shape;182;p24">
                <a:extLst>
                  <a:ext uri="{FF2B5EF4-FFF2-40B4-BE49-F238E27FC236}">
                    <a16:creationId xmlns:a16="http://schemas.microsoft.com/office/drawing/2014/main" id="{DD67ACE2-B57C-40F5-89CA-0A0ED8598565}"/>
                  </a:ext>
                </a:extLst>
              </p:cNvPr>
              <p:cNvSpPr/>
              <p:nvPr/>
            </p:nvSpPr>
            <p:spPr>
              <a:xfrm>
                <a:off x="3453120" y="1077840"/>
                <a:ext cx="1051200" cy="1051560"/>
              </a:xfrm>
              <a:custGeom>
                <a:avLst/>
                <a:gdLst/>
                <a:ahLst/>
                <a:cxnLst/>
                <a:rect l="l" t="t" r="r" b="b"/>
                <a:pathLst>
                  <a:path w="2920" h="2921" extrusionOk="0">
                    <a:moveTo>
                      <a:pt x="1460" y="54"/>
                    </a:moveTo>
                    <a:cubicBezTo>
                      <a:pt x="685" y="54"/>
                      <a:pt x="54" y="685"/>
                      <a:pt x="54" y="1460"/>
                    </a:cubicBezTo>
                    <a:cubicBezTo>
                      <a:pt x="54" y="2236"/>
                      <a:pt x="685" y="2867"/>
                      <a:pt x="1460" y="2867"/>
                    </a:cubicBezTo>
                    <a:cubicBezTo>
                      <a:pt x="2235" y="2867"/>
                      <a:pt x="2867" y="2236"/>
                      <a:pt x="2867" y="1460"/>
                    </a:cubicBezTo>
                    <a:cubicBezTo>
                      <a:pt x="2867" y="685"/>
                      <a:pt x="2235" y="54"/>
                      <a:pt x="1460" y="54"/>
                    </a:cubicBezTo>
                    <a:moveTo>
                      <a:pt x="1460" y="2921"/>
                    </a:moveTo>
                    <a:cubicBezTo>
                      <a:pt x="655" y="2921"/>
                      <a:pt x="0" y="2266"/>
                      <a:pt x="0" y="1460"/>
                    </a:cubicBezTo>
                    <a:cubicBezTo>
                      <a:pt x="0" y="655"/>
                      <a:pt x="655" y="0"/>
                      <a:pt x="1460" y="0"/>
                    </a:cubicBezTo>
                    <a:cubicBezTo>
                      <a:pt x="2266" y="0"/>
                      <a:pt x="2920" y="655"/>
                      <a:pt x="2920" y="1460"/>
                    </a:cubicBezTo>
                    <a:cubicBezTo>
                      <a:pt x="2920" y="2266"/>
                      <a:pt x="2266" y="2921"/>
                      <a:pt x="1460" y="29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" name="Google Shape;183;p24">
                <a:extLst>
                  <a:ext uri="{FF2B5EF4-FFF2-40B4-BE49-F238E27FC236}">
                    <a16:creationId xmlns:a16="http://schemas.microsoft.com/office/drawing/2014/main" id="{95DB8596-727A-4FE0-95DB-15F93655ABE2}"/>
                  </a:ext>
                </a:extLst>
              </p:cNvPr>
              <p:cNvSpPr/>
              <p:nvPr/>
            </p:nvSpPr>
            <p:spPr>
              <a:xfrm>
                <a:off x="3570480" y="1195200"/>
                <a:ext cx="816480" cy="816840"/>
              </a:xfrm>
              <a:custGeom>
                <a:avLst/>
                <a:gdLst/>
                <a:ahLst/>
                <a:cxnLst/>
                <a:rect l="l" t="t" r="r" b="b"/>
                <a:pathLst>
                  <a:path w="2268" h="2269" extrusionOk="0">
                    <a:moveTo>
                      <a:pt x="1134" y="54"/>
                    </a:moveTo>
                    <a:cubicBezTo>
                      <a:pt x="539" y="54"/>
                      <a:pt x="54" y="539"/>
                      <a:pt x="54" y="1134"/>
                    </a:cubicBezTo>
                    <a:cubicBezTo>
                      <a:pt x="54" y="1730"/>
                      <a:pt x="539" y="2214"/>
                      <a:pt x="1134" y="2214"/>
                    </a:cubicBezTo>
                    <a:cubicBezTo>
                      <a:pt x="1730" y="2214"/>
                      <a:pt x="2214" y="1730"/>
                      <a:pt x="2214" y="1134"/>
                    </a:cubicBezTo>
                    <a:cubicBezTo>
                      <a:pt x="2214" y="539"/>
                      <a:pt x="1730" y="54"/>
                      <a:pt x="1134" y="54"/>
                    </a:cubicBezTo>
                    <a:moveTo>
                      <a:pt x="1134" y="2269"/>
                    </a:moveTo>
                    <a:cubicBezTo>
                      <a:pt x="509" y="2269"/>
                      <a:pt x="0" y="1760"/>
                      <a:pt x="0" y="1134"/>
                    </a:cubicBezTo>
                    <a:cubicBezTo>
                      <a:pt x="0" y="509"/>
                      <a:pt x="509" y="0"/>
                      <a:pt x="1134" y="0"/>
                    </a:cubicBezTo>
                    <a:cubicBezTo>
                      <a:pt x="1760" y="0"/>
                      <a:pt x="2268" y="509"/>
                      <a:pt x="2268" y="1134"/>
                    </a:cubicBezTo>
                    <a:cubicBezTo>
                      <a:pt x="2268" y="1760"/>
                      <a:pt x="1760" y="2269"/>
                      <a:pt x="1134" y="226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" name="Google Shape;184;p24">
                <a:extLst>
                  <a:ext uri="{FF2B5EF4-FFF2-40B4-BE49-F238E27FC236}">
                    <a16:creationId xmlns:a16="http://schemas.microsoft.com/office/drawing/2014/main" id="{B32192EF-A1D3-407D-BCC8-BF5D2FC76351}"/>
                  </a:ext>
                </a:extLst>
              </p:cNvPr>
              <p:cNvSpPr/>
              <p:nvPr/>
            </p:nvSpPr>
            <p:spPr>
              <a:xfrm>
                <a:off x="3687840" y="1312560"/>
                <a:ext cx="582120" cy="582120"/>
              </a:xfrm>
              <a:custGeom>
                <a:avLst/>
                <a:gdLst/>
                <a:ahLst/>
                <a:cxnLst/>
                <a:rect l="l" t="t" r="r" b="b"/>
                <a:pathLst>
                  <a:path w="1617" h="1617" extrusionOk="0">
                    <a:moveTo>
                      <a:pt x="808" y="54"/>
                    </a:moveTo>
                    <a:cubicBezTo>
                      <a:pt x="392" y="54"/>
                      <a:pt x="54" y="392"/>
                      <a:pt x="54" y="808"/>
                    </a:cubicBezTo>
                    <a:cubicBezTo>
                      <a:pt x="54" y="1225"/>
                      <a:pt x="392" y="1563"/>
                      <a:pt x="808" y="1563"/>
                    </a:cubicBezTo>
                    <a:cubicBezTo>
                      <a:pt x="1224" y="1563"/>
                      <a:pt x="1562" y="1225"/>
                      <a:pt x="1562" y="808"/>
                    </a:cubicBezTo>
                    <a:cubicBezTo>
                      <a:pt x="1562" y="392"/>
                      <a:pt x="1224" y="54"/>
                      <a:pt x="808" y="54"/>
                    </a:cubicBezTo>
                    <a:moveTo>
                      <a:pt x="808" y="1617"/>
                    </a:moveTo>
                    <a:cubicBezTo>
                      <a:pt x="363" y="1617"/>
                      <a:pt x="0" y="1254"/>
                      <a:pt x="0" y="808"/>
                    </a:cubicBezTo>
                    <a:cubicBezTo>
                      <a:pt x="0" y="363"/>
                      <a:pt x="363" y="0"/>
                      <a:pt x="808" y="0"/>
                    </a:cubicBezTo>
                    <a:cubicBezTo>
                      <a:pt x="1254" y="0"/>
                      <a:pt x="1617" y="363"/>
                      <a:pt x="1617" y="808"/>
                    </a:cubicBezTo>
                    <a:cubicBezTo>
                      <a:pt x="1617" y="1254"/>
                      <a:pt x="1254" y="1617"/>
                      <a:pt x="808" y="161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" name="Google Shape;185;p24">
                <a:extLst>
                  <a:ext uri="{FF2B5EF4-FFF2-40B4-BE49-F238E27FC236}">
                    <a16:creationId xmlns:a16="http://schemas.microsoft.com/office/drawing/2014/main" id="{A4201FD6-3248-403F-A96F-3F7C17203FAC}"/>
                  </a:ext>
                </a:extLst>
              </p:cNvPr>
              <p:cNvSpPr/>
              <p:nvPr/>
            </p:nvSpPr>
            <p:spPr>
              <a:xfrm>
                <a:off x="3805202" y="1429919"/>
                <a:ext cx="347040" cy="347400"/>
              </a:xfrm>
              <a:custGeom>
                <a:avLst/>
                <a:gdLst/>
                <a:ahLst/>
                <a:cxnLst/>
                <a:rect l="l" t="t" r="r" b="b"/>
                <a:pathLst>
                  <a:path w="964" h="965" extrusionOk="0">
                    <a:moveTo>
                      <a:pt x="482" y="54"/>
                    </a:moveTo>
                    <a:cubicBezTo>
                      <a:pt x="246" y="54"/>
                      <a:pt x="54" y="246"/>
                      <a:pt x="54" y="482"/>
                    </a:cubicBezTo>
                    <a:cubicBezTo>
                      <a:pt x="54" y="719"/>
                      <a:pt x="246" y="911"/>
                      <a:pt x="482" y="911"/>
                    </a:cubicBezTo>
                    <a:cubicBezTo>
                      <a:pt x="718" y="911"/>
                      <a:pt x="911" y="719"/>
                      <a:pt x="911" y="482"/>
                    </a:cubicBezTo>
                    <a:cubicBezTo>
                      <a:pt x="911" y="246"/>
                      <a:pt x="718" y="54"/>
                      <a:pt x="482" y="54"/>
                    </a:cubicBezTo>
                    <a:moveTo>
                      <a:pt x="482" y="965"/>
                    </a:moveTo>
                    <a:cubicBezTo>
                      <a:pt x="216" y="965"/>
                      <a:pt x="0" y="748"/>
                      <a:pt x="0" y="482"/>
                    </a:cubicBezTo>
                    <a:cubicBezTo>
                      <a:pt x="0" y="216"/>
                      <a:pt x="216" y="0"/>
                      <a:pt x="482" y="0"/>
                    </a:cubicBezTo>
                    <a:cubicBezTo>
                      <a:pt x="748" y="0"/>
                      <a:pt x="964" y="216"/>
                      <a:pt x="964" y="482"/>
                    </a:cubicBezTo>
                    <a:cubicBezTo>
                      <a:pt x="964" y="748"/>
                      <a:pt x="748" y="965"/>
                      <a:pt x="482" y="96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" name="Google Shape;188;p24">
              <a:extLst>
                <a:ext uri="{FF2B5EF4-FFF2-40B4-BE49-F238E27FC236}">
                  <a16:creationId xmlns:a16="http://schemas.microsoft.com/office/drawing/2014/main" id="{F2767602-FB09-49CC-BD19-7CFC8C34C6E6}"/>
                </a:ext>
              </a:extLst>
            </p:cNvPr>
            <p:cNvSpPr/>
            <p:nvPr/>
          </p:nvSpPr>
          <p:spPr>
            <a:xfrm>
              <a:off x="7746372" y="4419038"/>
              <a:ext cx="1228031" cy="1228032"/>
            </a:xfrm>
            <a:custGeom>
              <a:avLst/>
              <a:gdLst/>
              <a:ahLst/>
              <a:cxnLst/>
              <a:rect l="l" t="t" r="r" b="b"/>
              <a:pathLst>
                <a:path w="2237" h="2237" extrusionOk="0">
                  <a:moveTo>
                    <a:pt x="36" y="2200"/>
                  </a:moveTo>
                  <a:lnTo>
                    <a:pt x="36" y="2200"/>
                  </a:lnTo>
                  <a:cubicBezTo>
                    <a:pt x="-12" y="2151"/>
                    <a:pt x="-12" y="2072"/>
                    <a:pt x="36" y="2023"/>
                  </a:cubicBezTo>
                  <a:lnTo>
                    <a:pt x="2022" y="37"/>
                  </a:lnTo>
                  <a:cubicBezTo>
                    <a:pt x="2071" y="-12"/>
                    <a:pt x="2151" y="-12"/>
                    <a:pt x="2200" y="37"/>
                  </a:cubicBezTo>
                  <a:cubicBezTo>
                    <a:pt x="2249" y="86"/>
                    <a:pt x="2249" y="166"/>
                    <a:pt x="2200" y="215"/>
                  </a:cubicBezTo>
                  <a:lnTo>
                    <a:pt x="214" y="2200"/>
                  </a:lnTo>
                  <a:cubicBezTo>
                    <a:pt x="165" y="2249"/>
                    <a:pt x="85" y="2249"/>
                    <a:pt x="36" y="220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0" name="Google Shape;189;p24">
              <a:extLst>
                <a:ext uri="{FF2B5EF4-FFF2-40B4-BE49-F238E27FC236}">
                  <a16:creationId xmlns:a16="http://schemas.microsoft.com/office/drawing/2014/main" id="{819266C0-9E98-4A11-A94C-7161BE430577}"/>
                </a:ext>
              </a:extLst>
            </p:cNvPr>
            <p:cNvGrpSpPr/>
            <p:nvPr/>
          </p:nvGrpSpPr>
          <p:grpSpPr>
            <a:xfrm>
              <a:off x="8065000" y="-188373"/>
              <a:ext cx="1806540" cy="1730335"/>
              <a:chOff x="4996146" y="494640"/>
              <a:chExt cx="1184694" cy="1134720"/>
            </a:xfrm>
          </p:grpSpPr>
          <p:sp>
            <p:nvSpPr>
              <p:cNvPr id="30" name="Google Shape;190;p24">
                <a:extLst>
                  <a:ext uri="{FF2B5EF4-FFF2-40B4-BE49-F238E27FC236}">
                    <a16:creationId xmlns:a16="http://schemas.microsoft.com/office/drawing/2014/main" id="{3447E894-449A-4E73-84D8-FAB1B83B6E57}"/>
                  </a:ext>
                </a:extLst>
              </p:cNvPr>
              <p:cNvSpPr/>
              <p:nvPr/>
            </p:nvSpPr>
            <p:spPr>
              <a:xfrm>
                <a:off x="5046120" y="494640"/>
                <a:ext cx="1134720" cy="1134720"/>
              </a:xfrm>
              <a:custGeom>
                <a:avLst/>
                <a:gdLst/>
                <a:ahLst/>
                <a:cxnLst/>
                <a:rect l="l" t="t" r="r" b="b"/>
                <a:pathLst>
                  <a:path w="3152" h="3152" extrusionOk="0">
                    <a:moveTo>
                      <a:pt x="433" y="3152"/>
                    </a:moveTo>
                    <a:cubicBezTo>
                      <a:pt x="318" y="3152"/>
                      <a:pt x="209" y="3107"/>
                      <a:pt x="127" y="3026"/>
                    </a:cubicBezTo>
                    <a:cubicBezTo>
                      <a:pt x="45" y="2944"/>
                      <a:pt x="0" y="2835"/>
                      <a:pt x="0" y="2720"/>
                    </a:cubicBezTo>
                    <a:cubicBezTo>
                      <a:pt x="0" y="2604"/>
                      <a:pt x="45" y="2495"/>
                      <a:pt x="127" y="2414"/>
                    </a:cubicBezTo>
                    <a:lnTo>
                      <a:pt x="2533" y="8"/>
                    </a:lnTo>
                    <a:cubicBezTo>
                      <a:pt x="2543" y="-3"/>
                      <a:pt x="2560" y="-3"/>
                      <a:pt x="2571" y="8"/>
                    </a:cubicBezTo>
                    <a:cubicBezTo>
                      <a:pt x="2582" y="19"/>
                      <a:pt x="2582" y="36"/>
                      <a:pt x="2571" y="46"/>
                    </a:cubicBezTo>
                    <a:lnTo>
                      <a:pt x="165" y="2452"/>
                    </a:lnTo>
                    <a:cubicBezTo>
                      <a:pt x="94" y="2523"/>
                      <a:pt x="55" y="2618"/>
                      <a:pt x="55" y="2720"/>
                    </a:cubicBezTo>
                    <a:cubicBezTo>
                      <a:pt x="55" y="2821"/>
                      <a:pt x="94" y="2916"/>
                      <a:pt x="165" y="2987"/>
                    </a:cubicBezTo>
                    <a:cubicBezTo>
                      <a:pt x="237" y="3059"/>
                      <a:pt x="332" y="3098"/>
                      <a:pt x="433" y="3098"/>
                    </a:cubicBezTo>
                    <a:cubicBezTo>
                      <a:pt x="534" y="3098"/>
                      <a:pt x="629" y="3059"/>
                      <a:pt x="701" y="2987"/>
                    </a:cubicBezTo>
                    <a:lnTo>
                      <a:pt x="3106" y="582"/>
                    </a:lnTo>
                    <a:cubicBezTo>
                      <a:pt x="3117" y="571"/>
                      <a:pt x="3134" y="571"/>
                      <a:pt x="3145" y="582"/>
                    </a:cubicBezTo>
                    <a:cubicBezTo>
                      <a:pt x="3155" y="592"/>
                      <a:pt x="3155" y="609"/>
                      <a:pt x="3145" y="620"/>
                    </a:cubicBezTo>
                    <a:lnTo>
                      <a:pt x="739" y="3026"/>
                    </a:lnTo>
                    <a:cubicBezTo>
                      <a:pt x="657" y="3107"/>
                      <a:pt x="549" y="3152"/>
                      <a:pt x="433" y="315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" name="Google Shape;191;p24">
                <a:extLst>
                  <a:ext uri="{FF2B5EF4-FFF2-40B4-BE49-F238E27FC236}">
                    <a16:creationId xmlns:a16="http://schemas.microsoft.com/office/drawing/2014/main" id="{D681AFDA-8606-4936-BE4B-154A2C0E7AAA}"/>
                  </a:ext>
                </a:extLst>
              </p:cNvPr>
              <p:cNvSpPr/>
              <p:nvPr/>
            </p:nvSpPr>
            <p:spPr>
              <a:xfrm>
                <a:off x="4996146" y="851220"/>
                <a:ext cx="261720" cy="261720"/>
              </a:xfrm>
              <a:custGeom>
                <a:avLst/>
                <a:gdLst/>
                <a:ahLst/>
                <a:cxnLst/>
                <a:rect l="l" t="t" r="r" b="b"/>
                <a:pathLst>
                  <a:path w="727" h="727" extrusionOk="0">
                    <a:moveTo>
                      <a:pt x="363" y="727"/>
                    </a:moveTo>
                    <a:cubicBezTo>
                      <a:pt x="163" y="727"/>
                      <a:pt x="0" y="564"/>
                      <a:pt x="0" y="363"/>
                    </a:cubicBezTo>
                    <a:cubicBezTo>
                      <a:pt x="0" y="163"/>
                      <a:pt x="163" y="0"/>
                      <a:pt x="363" y="0"/>
                    </a:cubicBezTo>
                    <a:cubicBezTo>
                      <a:pt x="378" y="0"/>
                      <a:pt x="390" y="12"/>
                      <a:pt x="390" y="27"/>
                    </a:cubicBezTo>
                    <a:cubicBezTo>
                      <a:pt x="390" y="42"/>
                      <a:pt x="378" y="54"/>
                      <a:pt x="363" y="54"/>
                    </a:cubicBezTo>
                    <a:cubicBezTo>
                      <a:pt x="193" y="54"/>
                      <a:pt x="54" y="193"/>
                      <a:pt x="54" y="363"/>
                    </a:cubicBezTo>
                    <a:cubicBezTo>
                      <a:pt x="54" y="534"/>
                      <a:pt x="193" y="673"/>
                      <a:pt x="363" y="673"/>
                    </a:cubicBezTo>
                    <a:cubicBezTo>
                      <a:pt x="534" y="673"/>
                      <a:pt x="672" y="534"/>
                      <a:pt x="672" y="363"/>
                    </a:cubicBezTo>
                    <a:cubicBezTo>
                      <a:pt x="672" y="348"/>
                      <a:pt x="684" y="337"/>
                      <a:pt x="699" y="337"/>
                    </a:cubicBezTo>
                    <a:cubicBezTo>
                      <a:pt x="714" y="337"/>
                      <a:pt x="727" y="348"/>
                      <a:pt x="727" y="363"/>
                    </a:cubicBezTo>
                    <a:cubicBezTo>
                      <a:pt x="727" y="564"/>
                      <a:pt x="563" y="727"/>
                      <a:pt x="363" y="7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" name="Google Shape;192;p24">
                <a:extLst>
                  <a:ext uri="{FF2B5EF4-FFF2-40B4-BE49-F238E27FC236}">
                    <a16:creationId xmlns:a16="http://schemas.microsoft.com/office/drawing/2014/main" id="{4EA44E63-0874-41C8-A2CE-80452D8E4149}"/>
                  </a:ext>
                </a:extLst>
              </p:cNvPr>
              <p:cNvSpPr/>
              <p:nvPr/>
            </p:nvSpPr>
            <p:spPr>
              <a:xfrm>
                <a:off x="5195520" y="1364760"/>
                <a:ext cx="115200" cy="115200"/>
              </a:xfrm>
              <a:custGeom>
                <a:avLst/>
                <a:gdLst/>
                <a:ahLst/>
                <a:cxnLst/>
                <a:rect l="l" t="t" r="r" b="b"/>
                <a:pathLst>
                  <a:path w="320" h="320" extrusionOk="0">
                    <a:moveTo>
                      <a:pt x="160" y="54"/>
                    </a:moveTo>
                    <a:cubicBezTo>
                      <a:pt x="132" y="54"/>
                      <a:pt x="106" y="65"/>
                      <a:pt x="86" y="85"/>
                    </a:cubicBezTo>
                    <a:cubicBezTo>
                      <a:pt x="44" y="127"/>
                      <a:pt x="44" y="194"/>
                      <a:pt x="86" y="235"/>
                    </a:cubicBezTo>
                    <a:cubicBezTo>
                      <a:pt x="106" y="255"/>
                      <a:pt x="132" y="266"/>
                      <a:pt x="160" y="266"/>
                    </a:cubicBezTo>
                    <a:cubicBezTo>
                      <a:pt x="189" y="266"/>
                      <a:pt x="216" y="255"/>
                      <a:pt x="235" y="235"/>
                    </a:cubicBezTo>
                    <a:lnTo>
                      <a:pt x="235" y="235"/>
                    </a:lnTo>
                    <a:cubicBezTo>
                      <a:pt x="255" y="215"/>
                      <a:pt x="267" y="189"/>
                      <a:pt x="267" y="160"/>
                    </a:cubicBezTo>
                    <a:cubicBezTo>
                      <a:pt x="267" y="132"/>
                      <a:pt x="255" y="105"/>
                      <a:pt x="235" y="85"/>
                    </a:cubicBezTo>
                    <a:cubicBezTo>
                      <a:pt x="216" y="65"/>
                      <a:pt x="189" y="54"/>
                      <a:pt x="160" y="54"/>
                    </a:cubicBezTo>
                    <a:moveTo>
                      <a:pt x="160" y="320"/>
                    </a:moveTo>
                    <a:cubicBezTo>
                      <a:pt x="118" y="320"/>
                      <a:pt x="77" y="304"/>
                      <a:pt x="47" y="273"/>
                    </a:cubicBezTo>
                    <a:cubicBezTo>
                      <a:pt x="-15" y="211"/>
                      <a:pt x="-15" y="109"/>
                      <a:pt x="47" y="47"/>
                    </a:cubicBezTo>
                    <a:cubicBezTo>
                      <a:pt x="110" y="-15"/>
                      <a:pt x="211" y="-15"/>
                      <a:pt x="274" y="47"/>
                    </a:cubicBezTo>
                    <a:cubicBezTo>
                      <a:pt x="304" y="77"/>
                      <a:pt x="320" y="118"/>
                      <a:pt x="320" y="160"/>
                    </a:cubicBezTo>
                    <a:cubicBezTo>
                      <a:pt x="320" y="203"/>
                      <a:pt x="304" y="243"/>
                      <a:pt x="274" y="273"/>
                    </a:cubicBezTo>
                    <a:lnTo>
                      <a:pt x="274" y="274"/>
                    </a:lnTo>
                    <a:cubicBezTo>
                      <a:pt x="244" y="304"/>
                      <a:pt x="203" y="320"/>
                      <a:pt x="160" y="32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" name="Google Shape;193;p24">
                <a:extLst>
                  <a:ext uri="{FF2B5EF4-FFF2-40B4-BE49-F238E27FC236}">
                    <a16:creationId xmlns:a16="http://schemas.microsoft.com/office/drawing/2014/main" id="{8F1B8D92-6643-4AC4-9FB1-703D73FF2757}"/>
                  </a:ext>
                </a:extLst>
              </p:cNvPr>
              <p:cNvSpPr/>
              <p:nvPr/>
            </p:nvSpPr>
            <p:spPr>
              <a:xfrm>
                <a:off x="5342400" y="1218240"/>
                <a:ext cx="115200" cy="114840"/>
              </a:xfrm>
              <a:custGeom>
                <a:avLst/>
                <a:gdLst/>
                <a:ahLst/>
                <a:cxnLst/>
                <a:rect l="l" t="t" r="r" b="b"/>
                <a:pathLst>
                  <a:path w="320" h="319" extrusionOk="0">
                    <a:moveTo>
                      <a:pt x="160" y="53"/>
                    </a:moveTo>
                    <a:cubicBezTo>
                      <a:pt x="132" y="53"/>
                      <a:pt x="105" y="65"/>
                      <a:pt x="85" y="85"/>
                    </a:cubicBezTo>
                    <a:cubicBezTo>
                      <a:pt x="65" y="105"/>
                      <a:pt x="54" y="131"/>
                      <a:pt x="54" y="159"/>
                    </a:cubicBezTo>
                    <a:cubicBezTo>
                      <a:pt x="54" y="188"/>
                      <a:pt x="65" y="215"/>
                      <a:pt x="85" y="235"/>
                    </a:cubicBezTo>
                    <a:cubicBezTo>
                      <a:pt x="105" y="254"/>
                      <a:pt x="132" y="265"/>
                      <a:pt x="160" y="265"/>
                    </a:cubicBezTo>
                    <a:cubicBezTo>
                      <a:pt x="189" y="265"/>
                      <a:pt x="215" y="254"/>
                      <a:pt x="235" y="235"/>
                    </a:cubicBezTo>
                    <a:cubicBezTo>
                      <a:pt x="255" y="215"/>
                      <a:pt x="266" y="188"/>
                      <a:pt x="266" y="159"/>
                    </a:cubicBezTo>
                    <a:cubicBezTo>
                      <a:pt x="266" y="131"/>
                      <a:pt x="255" y="105"/>
                      <a:pt x="235" y="85"/>
                    </a:cubicBezTo>
                    <a:cubicBezTo>
                      <a:pt x="215" y="65"/>
                      <a:pt x="189" y="53"/>
                      <a:pt x="160" y="53"/>
                    </a:cubicBezTo>
                    <a:moveTo>
                      <a:pt x="160" y="319"/>
                    </a:moveTo>
                    <a:cubicBezTo>
                      <a:pt x="119" y="319"/>
                      <a:pt x="78" y="304"/>
                      <a:pt x="47" y="272"/>
                    </a:cubicBezTo>
                    <a:cubicBezTo>
                      <a:pt x="-16" y="210"/>
                      <a:pt x="-16" y="109"/>
                      <a:pt x="47" y="46"/>
                    </a:cubicBezTo>
                    <a:cubicBezTo>
                      <a:pt x="109" y="-16"/>
                      <a:pt x="211" y="-16"/>
                      <a:pt x="273" y="46"/>
                    </a:cubicBezTo>
                    <a:cubicBezTo>
                      <a:pt x="336" y="109"/>
                      <a:pt x="336" y="210"/>
                      <a:pt x="273" y="272"/>
                    </a:cubicBezTo>
                    <a:cubicBezTo>
                      <a:pt x="242" y="304"/>
                      <a:pt x="201" y="319"/>
                      <a:pt x="160" y="31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194;p24">
                <a:extLst>
                  <a:ext uri="{FF2B5EF4-FFF2-40B4-BE49-F238E27FC236}">
                    <a16:creationId xmlns:a16="http://schemas.microsoft.com/office/drawing/2014/main" id="{A194EDF9-E477-4D56-A50C-3DA0F599D2D6}"/>
                  </a:ext>
                </a:extLst>
              </p:cNvPr>
              <p:cNvSpPr/>
              <p:nvPr/>
            </p:nvSpPr>
            <p:spPr>
              <a:xfrm>
                <a:off x="5489280" y="1071360"/>
                <a:ext cx="115200" cy="115200"/>
              </a:xfrm>
              <a:custGeom>
                <a:avLst/>
                <a:gdLst/>
                <a:ahLst/>
                <a:cxnLst/>
                <a:rect l="l" t="t" r="r" b="b"/>
                <a:pathLst>
                  <a:path w="320" h="320" extrusionOk="0">
                    <a:moveTo>
                      <a:pt x="160" y="54"/>
                    </a:moveTo>
                    <a:cubicBezTo>
                      <a:pt x="131" y="54"/>
                      <a:pt x="105" y="65"/>
                      <a:pt x="85" y="85"/>
                    </a:cubicBezTo>
                    <a:cubicBezTo>
                      <a:pt x="43" y="127"/>
                      <a:pt x="43" y="194"/>
                      <a:pt x="85" y="235"/>
                    </a:cubicBezTo>
                    <a:cubicBezTo>
                      <a:pt x="126" y="276"/>
                      <a:pt x="193" y="276"/>
                      <a:pt x="235" y="235"/>
                    </a:cubicBezTo>
                    <a:cubicBezTo>
                      <a:pt x="276" y="194"/>
                      <a:pt x="276" y="127"/>
                      <a:pt x="235" y="85"/>
                    </a:cubicBezTo>
                    <a:cubicBezTo>
                      <a:pt x="215" y="65"/>
                      <a:pt x="188" y="54"/>
                      <a:pt x="160" y="54"/>
                    </a:cubicBezTo>
                    <a:moveTo>
                      <a:pt x="160" y="320"/>
                    </a:moveTo>
                    <a:cubicBezTo>
                      <a:pt x="119" y="320"/>
                      <a:pt x="78" y="304"/>
                      <a:pt x="47" y="273"/>
                    </a:cubicBezTo>
                    <a:cubicBezTo>
                      <a:pt x="-16" y="210"/>
                      <a:pt x="-16" y="109"/>
                      <a:pt x="47" y="47"/>
                    </a:cubicBezTo>
                    <a:cubicBezTo>
                      <a:pt x="77" y="17"/>
                      <a:pt x="117" y="0"/>
                      <a:pt x="160" y="0"/>
                    </a:cubicBezTo>
                    <a:cubicBezTo>
                      <a:pt x="203" y="0"/>
                      <a:pt x="243" y="17"/>
                      <a:pt x="273" y="47"/>
                    </a:cubicBezTo>
                    <a:cubicBezTo>
                      <a:pt x="335" y="109"/>
                      <a:pt x="335" y="210"/>
                      <a:pt x="273" y="273"/>
                    </a:cubicBezTo>
                    <a:cubicBezTo>
                      <a:pt x="242" y="304"/>
                      <a:pt x="201" y="320"/>
                      <a:pt x="160" y="32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" name="Google Shape;195;p24">
                <a:extLst>
                  <a:ext uri="{FF2B5EF4-FFF2-40B4-BE49-F238E27FC236}">
                    <a16:creationId xmlns:a16="http://schemas.microsoft.com/office/drawing/2014/main" id="{5B51F9F7-A3DF-4637-BFA4-2EC4BEC9A640}"/>
                  </a:ext>
                </a:extLst>
              </p:cNvPr>
              <p:cNvSpPr/>
              <p:nvPr/>
            </p:nvSpPr>
            <p:spPr>
              <a:xfrm>
                <a:off x="5636160" y="924480"/>
                <a:ext cx="115200" cy="115200"/>
              </a:xfrm>
              <a:custGeom>
                <a:avLst/>
                <a:gdLst/>
                <a:ahLst/>
                <a:cxnLst/>
                <a:rect l="l" t="t" r="r" b="b"/>
                <a:pathLst>
                  <a:path w="320" h="320" extrusionOk="0">
                    <a:moveTo>
                      <a:pt x="159" y="54"/>
                    </a:moveTo>
                    <a:cubicBezTo>
                      <a:pt x="132" y="54"/>
                      <a:pt x="105" y="65"/>
                      <a:pt x="85" y="85"/>
                    </a:cubicBezTo>
                    <a:cubicBezTo>
                      <a:pt x="65" y="105"/>
                      <a:pt x="53" y="132"/>
                      <a:pt x="53" y="160"/>
                    </a:cubicBezTo>
                    <a:cubicBezTo>
                      <a:pt x="53" y="189"/>
                      <a:pt x="65" y="215"/>
                      <a:pt x="85" y="235"/>
                    </a:cubicBezTo>
                    <a:cubicBezTo>
                      <a:pt x="104" y="255"/>
                      <a:pt x="131" y="266"/>
                      <a:pt x="159" y="266"/>
                    </a:cubicBezTo>
                    <a:cubicBezTo>
                      <a:pt x="188" y="266"/>
                      <a:pt x="214" y="255"/>
                      <a:pt x="234" y="235"/>
                    </a:cubicBezTo>
                    <a:cubicBezTo>
                      <a:pt x="254" y="215"/>
                      <a:pt x="265" y="189"/>
                      <a:pt x="265" y="160"/>
                    </a:cubicBezTo>
                    <a:cubicBezTo>
                      <a:pt x="265" y="132"/>
                      <a:pt x="254" y="105"/>
                      <a:pt x="234" y="85"/>
                    </a:cubicBezTo>
                    <a:cubicBezTo>
                      <a:pt x="213" y="65"/>
                      <a:pt x="186" y="54"/>
                      <a:pt x="159" y="54"/>
                    </a:cubicBezTo>
                    <a:moveTo>
                      <a:pt x="159" y="320"/>
                    </a:moveTo>
                    <a:cubicBezTo>
                      <a:pt x="118" y="320"/>
                      <a:pt x="77" y="305"/>
                      <a:pt x="46" y="274"/>
                    </a:cubicBezTo>
                    <a:cubicBezTo>
                      <a:pt x="16" y="243"/>
                      <a:pt x="0" y="203"/>
                      <a:pt x="0" y="160"/>
                    </a:cubicBezTo>
                    <a:cubicBezTo>
                      <a:pt x="0" y="118"/>
                      <a:pt x="16" y="77"/>
                      <a:pt x="46" y="47"/>
                    </a:cubicBezTo>
                    <a:cubicBezTo>
                      <a:pt x="109" y="-15"/>
                      <a:pt x="210" y="-15"/>
                      <a:pt x="273" y="47"/>
                    </a:cubicBezTo>
                    <a:cubicBezTo>
                      <a:pt x="335" y="110"/>
                      <a:pt x="335" y="211"/>
                      <a:pt x="273" y="274"/>
                    </a:cubicBezTo>
                    <a:cubicBezTo>
                      <a:pt x="242" y="305"/>
                      <a:pt x="201" y="320"/>
                      <a:pt x="159" y="32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" name="Google Shape;196;p24">
              <a:extLst>
                <a:ext uri="{FF2B5EF4-FFF2-40B4-BE49-F238E27FC236}">
                  <a16:creationId xmlns:a16="http://schemas.microsoft.com/office/drawing/2014/main" id="{B5DD8040-1038-4A86-AA80-F9DA6721250B}"/>
                </a:ext>
              </a:extLst>
            </p:cNvPr>
            <p:cNvGrpSpPr/>
            <p:nvPr/>
          </p:nvGrpSpPr>
          <p:grpSpPr>
            <a:xfrm>
              <a:off x="7265158" y="886006"/>
              <a:ext cx="799841" cy="799292"/>
              <a:chOff x="6807240" y="2796480"/>
              <a:chExt cx="524520" cy="524160"/>
            </a:xfrm>
          </p:grpSpPr>
          <p:sp>
            <p:nvSpPr>
              <p:cNvPr id="28" name="Google Shape;197;p24">
                <a:extLst>
                  <a:ext uri="{FF2B5EF4-FFF2-40B4-BE49-F238E27FC236}">
                    <a16:creationId xmlns:a16="http://schemas.microsoft.com/office/drawing/2014/main" id="{B2345CA5-BF5E-42C0-8FA1-D8A5BCB382BB}"/>
                  </a:ext>
                </a:extLst>
              </p:cNvPr>
              <p:cNvSpPr/>
              <p:nvPr/>
            </p:nvSpPr>
            <p:spPr>
              <a:xfrm>
                <a:off x="6807240" y="2796480"/>
                <a:ext cx="524520" cy="524160"/>
              </a:xfrm>
              <a:custGeom>
                <a:avLst/>
                <a:gdLst/>
                <a:ahLst/>
                <a:cxnLst/>
                <a:rect l="l" t="t" r="r" b="b"/>
                <a:pathLst>
                  <a:path w="1457" h="1456" extrusionOk="0">
                    <a:moveTo>
                      <a:pt x="729" y="1456"/>
                    </a:moveTo>
                    <a:cubicBezTo>
                      <a:pt x="327" y="1456"/>
                      <a:pt x="0" y="1130"/>
                      <a:pt x="0" y="728"/>
                    </a:cubicBezTo>
                    <a:cubicBezTo>
                      <a:pt x="0" y="327"/>
                      <a:pt x="327" y="0"/>
                      <a:pt x="729" y="0"/>
                    </a:cubicBezTo>
                    <a:cubicBezTo>
                      <a:pt x="744" y="0"/>
                      <a:pt x="756" y="12"/>
                      <a:pt x="756" y="27"/>
                    </a:cubicBezTo>
                    <a:cubicBezTo>
                      <a:pt x="756" y="42"/>
                      <a:pt x="744" y="54"/>
                      <a:pt x="729" y="54"/>
                    </a:cubicBezTo>
                    <a:cubicBezTo>
                      <a:pt x="357" y="54"/>
                      <a:pt x="55" y="356"/>
                      <a:pt x="55" y="728"/>
                    </a:cubicBezTo>
                    <a:cubicBezTo>
                      <a:pt x="55" y="1100"/>
                      <a:pt x="357" y="1402"/>
                      <a:pt x="729" y="1402"/>
                    </a:cubicBezTo>
                    <a:cubicBezTo>
                      <a:pt x="1101" y="1402"/>
                      <a:pt x="1403" y="1100"/>
                      <a:pt x="1403" y="728"/>
                    </a:cubicBezTo>
                    <a:cubicBezTo>
                      <a:pt x="1403" y="713"/>
                      <a:pt x="1415" y="701"/>
                      <a:pt x="1430" y="701"/>
                    </a:cubicBezTo>
                    <a:cubicBezTo>
                      <a:pt x="1445" y="701"/>
                      <a:pt x="1457" y="713"/>
                      <a:pt x="1457" y="728"/>
                    </a:cubicBezTo>
                    <a:cubicBezTo>
                      <a:pt x="1457" y="1130"/>
                      <a:pt x="1130" y="1456"/>
                      <a:pt x="729" y="145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" name="Google Shape;198;p24">
                <a:extLst>
                  <a:ext uri="{FF2B5EF4-FFF2-40B4-BE49-F238E27FC236}">
                    <a16:creationId xmlns:a16="http://schemas.microsoft.com/office/drawing/2014/main" id="{F0C04F53-E630-486B-A6A9-75B579E36A82}"/>
                  </a:ext>
                </a:extLst>
              </p:cNvPr>
              <p:cNvSpPr/>
              <p:nvPr/>
            </p:nvSpPr>
            <p:spPr>
              <a:xfrm>
                <a:off x="6892920" y="2881800"/>
                <a:ext cx="353520" cy="353520"/>
              </a:xfrm>
              <a:custGeom>
                <a:avLst/>
                <a:gdLst/>
                <a:ahLst/>
                <a:cxnLst/>
                <a:rect l="l" t="t" r="r" b="b"/>
                <a:pathLst>
                  <a:path w="982" h="982" extrusionOk="0">
                    <a:moveTo>
                      <a:pt x="491" y="271"/>
                    </a:moveTo>
                    <a:cubicBezTo>
                      <a:pt x="370" y="271"/>
                      <a:pt x="271" y="370"/>
                      <a:pt x="271" y="491"/>
                    </a:cubicBezTo>
                    <a:cubicBezTo>
                      <a:pt x="271" y="612"/>
                      <a:pt x="370" y="711"/>
                      <a:pt x="491" y="711"/>
                    </a:cubicBezTo>
                    <a:cubicBezTo>
                      <a:pt x="612" y="711"/>
                      <a:pt x="711" y="612"/>
                      <a:pt x="711" y="491"/>
                    </a:cubicBezTo>
                    <a:cubicBezTo>
                      <a:pt x="711" y="370"/>
                      <a:pt x="612" y="271"/>
                      <a:pt x="491" y="271"/>
                    </a:cubicBezTo>
                    <a:moveTo>
                      <a:pt x="491" y="982"/>
                    </a:moveTo>
                    <a:cubicBezTo>
                      <a:pt x="220" y="982"/>
                      <a:pt x="0" y="762"/>
                      <a:pt x="0" y="491"/>
                    </a:cubicBezTo>
                    <a:cubicBezTo>
                      <a:pt x="0" y="221"/>
                      <a:pt x="220" y="0"/>
                      <a:pt x="491" y="0"/>
                    </a:cubicBezTo>
                    <a:cubicBezTo>
                      <a:pt x="761" y="0"/>
                      <a:pt x="982" y="221"/>
                      <a:pt x="982" y="491"/>
                    </a:cubicBezTo>
                    <a:cubicBezTo>
                      <a:pt x="982" y="762"/>
                      <a:pt x="761" y="982"/>
                      <a:pt x="491" y="98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" name="Google Shape;199;p24">
              <a:extLst>
                <a:ext uri="{FF2B5EF4-FFF2-40B4-BE49-F238E27FC236}">
                  <a16:creationId xmlns:a16="http://schemas.microsoft.com/office/drawing/2014/main" id="{D8E61AFE-CAB8-4E03-A9DA-89298EB9B122}"/>
                </a:ext>
              </a:extLst>
            </p:cNvPr>
            <p:cNvGrpSpPr/>
            <p:nvPr/>
          </p:nvGrpSpPr>
          <p:grpSpPr>
            <a:xfrm>
              <a:off x="7265153" y="3590184"/>
              <a:ext cx="1218700" cy="1218700"/>
              <a:chOff x="5033520" y="2269080"/>
              <a:chExt cx="799200" cy="799200"/>
            </a:xfrm>
          </p:grpSpPr>
          <p:sp>
            <p:nvSpPr>
              <p:cNvPr id="25" name="Google Shape;200;p24">
                <a:extLst>
                  <a:ext uri="{FF2B5EF4-FFF2-40B4-BE49-F238E27FC236}">
                    <a16:creationId xmlns:a16="http://schemas.microsoft.com/office/drawing/2014/main" id="{F6AAD3C7-F15B-415F-89E4-5DEC539A8A15}"/>
                  </a:ext>
                </a:extLst>
              </p:cNvPr>
              <p:cNvSpPr/>
              <p:nvPr/>
            </p:nvSpPr>
            <p:spPr>
              <a:xfrm>
                <a:off x="5033520" y="2269080"/>
                <a:ext cx="799200" cy="799200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2220" extrusionOk="0">
                    <a:moveTo>
                      <a:pt x="1110" y="2220"/>
                    </a:moveTo>
                    <a:cubicBezTo>
                      <a:pt x="498" y="2220"/>
                      <a:pt x="0" y="1722"/>
                      <a:pt x="0" y="1110"/>
                    </a:cubicBezTo>
                    <a:cubicBezTo>
                      <a:pt x="0" y="498"/>
                      <a:pt x="498" y="0"/>
                      <a:pt x="1110" y="0"/>
                    </a:cubicBezTo>
                    <a:lnTo>
                      <a:pt x="1110" y="54"/>
                    </a:lnTo>
                    <a:cubicBezTo>
                      <a:pt x="528" y="54"/>
                      <a:pt x="54" y="528"/>
                      <a:pt x="54" y="1110"/>
                    </a:cubicBezTo>
                    <a:cubicBezTo>
                      <a:pt x="54" y="1692"/>
                      <a:pt x="528" y="2166"/>
                      <a:pt x="1110" y="2166"/>
                    </a:cubicBezTo>
                    <a:cubicBezTo>
                      <a:pt x="1693" y="2166"/>
                      <a:pt x="2167" y="1692"/>
                      <a:pt x="2167" y="1110"/>
                    </a:cubicBezTo>
                    <a:lnTo>
                      <a:pt x="2220" y="1110"/>
                    </a:lnTo>
                    <a:cubicBezTo>
                      <a:pt x="2220" y="1722"/>
                      <a:pt x="1723" y="2220"/>
                      <a:pt x="1110" y="222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201;p24">
                <a:extLst>
                  <a:ext uri="{FF2B5EF4-FFF2-40B4-BE49-F238E27FC236}">
                    <a16:creationId xmlns:a16="http://schemas.microsoft.com/office/drawing/2014/main" id="{492B2CF7-9235-4E6F-8D8F-169B642A0689}"/>
                  </a:ext>
                </a:extLst>
              </p:cNvPr>
              <p:cNvSpPr/>
              <p:nvPr/>
            </p:nvSpPr>
            <p:spPr>
              <a:xfrm>
                <a:off x="5148362" y="2383920"/>
                <a:ext cx="569880" cy="569521"/>
              </a:xfrm>
              <a:custGeom>
                <a:avLst/>
                <a:gdLst/>
                <a:ahLst/>
                <a:cxnLst/>
                <a:rect l="l" t="t" r="r" b="b"/>
                <a:pathLst>
                  <a:path w="1583" h="1582" extrusionOk="0">
                    <a:moveTo>
                      <a:pt x="791" y="54"/>
                    </a:moveTo>
                    <a:cubicBezTo>
                      <a:pt x="385" y="54"/>
                      <a:pt x="54" y="385"/>
                      <a:pt x="54" y="791"/>
                    </a:cubicBezTo>
                    <a:cubicBezTo>
                      <a:pt x="54" y="1197"/>
                      <a:pt x="385" y="1528"/>
                      <a:pt x="791" y="1528"/>
                    </a:cubicBezTo>
                    <a:cubicBezTo>
                      <a:pt x="1198" y="1528"/>
                      <a:pt x="1528" y="1197"/>
                      <a:pt x="1528" y="791"/>
                    </a:cubicBezTo>
                    <a:cubicBezTo>
                      <a:pt x="1528" y="385"/>
                      <a:pt x="1198" y="54"/>
                      <a:pt x="791" y="54"/>
                    </a:cubicBezTo>
                    <a:moveTo>
                      <a:pt x="791" y="1582"/>
                    </a:moveTo>
                    <a:cubicBezTo>
                      <a:pt x="355" y="1582"/>
                      <a:pt x="0" y="1227"/>
                      <a:pt x="0" y="791"/>
                    </a:cubicBezTo>
                    <a:cubicBezTo>
                      <a:pt x="0" y="355"/>
                      <a:pt x="355" y="0"/>
                      <a:pt x="791" y="0"/>
                    </a:cubicBezTo>
                    <a:cubicBezTo>
                      <a:pt x="1228" y="0"/>
                      <a:pt x="1583" y="355"/>
                      <a:pt x="1583" y="791"/>
                    </a:cubicBezTo>
                    <a:cubicBezTo>
                      <a:pt x="1583" y="1227"/>
                      <a:pt x="1228" y="1582"/>
                      <a:pt x="791" y="158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" name="Google Shape;202;p24">
                <a:extLst>
                  <a:ext uri="{FF2B5EF4-FFF2-40B4-BE49-F238E27FC236}">
                    <a16:creationId xmlns:a16="http://schemas.microsoft.com/office/drawing/2014/main" id="{36347E28-8F4B-4F60-9E6F-B07CC118BB37}"/>
                  </a:ext>
                </a:extLst>
              </p:cNvPr>
              <p:cNvSpPr/>
              <p:nvPr/>
            </p:nvSpPr>
            <p:spPr>
              <a:xfrm>
                <a:off x="5263200" y="2498760"/>
                <a:ext cx="340200" cy="339840"/>
              </a:xfrm>
              <a:custGeom>
                <a:avLst/>
                <a:gdLst/>
                <a:ahLst/>
                <a:cxnLst/>
                <a:rect l="l" t="t" r="r" b="b"/>
                <a:pathLst>
                  <a:path w="945" h="944" extrusionOk="0">
                    <a:moveTo>
                      <a:pt x="472" y="54"/>
                    </a:moveTo>
                    <a:cubicBezTo>
                      <a:pt x="242" y="54"/>
                      <a:pt x="54" y="241"/>
                      <a:pt x="54" y="472"/>
                    </a:cubicBezTo>
                    <a:cubicBezTo>
                      <a:pt x="54" y="703"/>
                      <a:pt x="242" y="890"/>
                      <a:pt x="472" y="890"/>
                    </a:cubicBezTo>
                    <a:cubicBezTo>
                      <a:pt x="703" y="890"/>
                      <a:pt x="891" y="703"/>
                      <a:pt x="891" y="472"/>
                    </a:cubicBezTo>
                    <a:cubicBezTo>
                      <a:pt x="891" y="241"/>
                      <a:pt x="703" y="54"/>
                      <a:pt x="472" y="54"/>
                    </a:cubicBezTo>
                    <a:moveTo>
                      <a:pt x="472" y="944"/>
                    </a:moveTo>
                    <a:cubicBezTo>
                      <a:pt x="212" y="944"/>
                      <a:pt x="0" y="733"/>
                      <a:pt x="0" y="472"/>
                    </a:cubicBezTo>
                    <a:cubicBezTo>
                      <a:pt x="0" y="212"/>
                      <a:pt x="212" y="0"/>
                      <a:pt x="472" y="0"/>
                    </a:cubicBezTo>
                    <a:cubicBezTo>
                      <a:pt x="733" y="0"/>
                      <a:pt x="945" y="212"/>
                      <a:pt x="945" y="472"/>
                    </a:cubicBezTo>
                    <a:cubicBezTo>
                      <a:pt x="945" y="733"/>
                      <a:pt x="733" y="944"/>
                      <a:pt x="472" y="94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3" name="Google Shape;203;p24">
              <a:extLst>
                <a:ext uri="{FF2B5EF4-FFF2-40B4-BE49-F238E27FC236}">
                  <a16:creationId xmlns:a16="http://schemas.microsoft.com/office/drawing/2014/main" id="{E33E009A-5404-4FFC-B83F-A6F51304F5BD}"/>
                </a:ext>
              </a:extLst>
            </p:cNvPr>
            <p:cNvSpPr/>
            <p:nvPr/>
          </p:nvSpPr>
          <p:spPr>
            <a:xfrm>
              <a:off x="7138305" y="3141673"/>
              <a:ext cx="447947" cy="448501"/>
            </a:xfrm>
            <a:custGeom>
              <a:avLst/>
              <a:gdLst/>
              <a:ahLst/>
              <a:cxnLst/>
              <a:rect l="l" t="t" r="r" b="b"/>
              <a:pathLst>
                <a:path w="844" h="845" extrusionOk="0">
                  <a:moveTo>
                    <a:pt x="420" y="845"/>
                  </a:moveTo>
                  <a:cubicBezTo>
                    <a:pt x="412" y="845"/>
                    <a:pt x="406" y="843"/>
                    <a:pt x="400" y="837"/>
                  </a:cubicBezTo>
                  <a:cubicBezTo>
                    <a:pt x="390" y="827"/>
                    <a:pt x="390" y="809"/>
                    <a:pt x="400" y="799"/>
                  </a:cubicBezTo>
                  <a:lnTo>
                    <a:pt x="717" y="483"/>
                  </a:lnTo>
                  <a:cubicBezTo>
                    <a:pt x="814" y="385"/>
                    <a:pt x="814" y="226"/>
                    <a:pt x="717" y="128"/>
                  </a:cubicBezTo>
                  <a:cubicBezTo>
                    <a:pt x="670" y="81"/>
                    <a:pt x="607" y="54"/>
                    <a:pt x="540" y="54"/>
                  </a:cubicBezTo>
                  <a:cubicBezTo>
                    <a:pt x="473" y="54"/>
                    <a:pt x="410" y="81"/>
                    <a:pt x="362" y="128"/>
                  </a:cubicBezTo>
                  <a:lnTo>
                    <a:pt x="46" y="444"/>
                  </a:lnTo>
                  <a:cubicBezTo>
                    <a:pt x="36" y="455"/>
                    <a:pt x="18" y="455"/>
                    <a:pt x="7" y="444"/>
                  </a:cubicBezTo>
                  <a:cubicBezTo>
                    <a:pt x="-3" y="434"/>
                    <a:pt x="-3" y="417"/>
                    <a:pt x="7" y="406"/>
                  </a:cubicBezTo>
                  <a:lnTo>
                    <a:pt x="324" y="90"/>
                  </a:lnTo>
                  <a:cubicBezTo>
                    <a:pt x="382" y="32"/>
                    <a:pt x="459" y="0"/>
                    <a:pt x="540" y="0"/>
                  </a:cubicBezTo>
                  <a:cubicBezTo>
                    <a:pt x="621" y="0"/>
                    <a:pt x="698" y="32"/>
                    <a:pt x="755" y="90"/>
                  </a:cubicBezTo>
                  <a:cubicBezTo>
                    <a:pt x="874" y="208"/>
                    <a:pt x="874" y="402"/>
                    <a:pt x="755" y="520"/>
                  </a:cubicBezTo>
                  <a:lnTo>
                    <a:pt x="439" y="837"/>
                  </a:lnTo>
                  <a:cubicBezTo>
                    <a:pt x="433" y="843"/>
                    <a:pt x="426" y="845"/>
                    <a:pt x="420" y="84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04;p24">
              <a:extLst>
                <a:ext uri="{FF2B5EF4-FFF2-40B4-BE49-F238E27FC236}">
                  <a16:creationId xmlns:a16="http://schemas.microsoft.com/office/drawing/2014/main" id="{5C24A824-6E26-482C-A6CD-7311F6EDA1C1}"/>
                </a:ext>
              </a:extLst>
            </p:cNvPr>
            <p:cNvSpPr/>
            <p:nvPr/>
          </p:nvSpPr>
          <p:spPr>
            <a:xfrm>
              <a:off x="7401434" y="-514637"/>
              <a:ext cx="1228035" cy="1228035"/>
            </a:xfrm>
            <a:custGeom>
              <a:avLst/>
              <a:gdLst/>
              <a:ahLst/>
              <a:cxnLst/>
              <a:rect l="l" t="t" r="r" b="b"/>
              <a:pathLst>
                <a:path w="2237" h="2237" extrusionOk="0">
                  <a:moveTo>
                    <a:pt x="36" y="2200"/>
                  </a:moveTo>
                  <a:lnTo>
                    <a:pt x="36" y="2200"/>
                  </a:lnTo>
                  <a:cubicBezTo>
                    <a:pt x="-12" y="2151"/>
                    <a:pt x="-12" y="2072"/>
                    <a:pt x="36" y="2023"/>
                  </a:cubicBezTo>
                  <a:lnTo>
                    <a:pt x="2022" y="37"/>
                  </a:lnTo>
                  <a:cubicBezTo>
                    <a:pt x="2071" y="-12"/>
                    <a:pt x="2151" y="-12"/>
                    <a:pt x="2200" y="37"/>
                  </a:cubicBezTo>
                  <a:cubicBezTo>
                    <a:pt x="2249" y="86"/>
                    <a:pt x="2249" y="166"/>
                    <a:pt x="2200" y="215"/>
                  </a:cubicBezTo>
                  <a:lnTo>
                    <a:pt x="214" y="2200"/>
                  </a:lnTo>
                  <a:cubicBezTo>
                    <a:pt x="165" y="2249"/>
                    <a:pt x="85" y="2249"/>
                    <a:pt x="36" y="220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8" name="Google Shape;128;p14">
            <a:extLst>
              <a:ext uri="{FF2B5EF4-FFF2-40B4-BE49-F238E27FC236}">
                <a16:creationId xmlns:a16="http://schemas.microsoft.com/office/drawing/2014/main" id="{6F7ABEE0-8910-44F4-BD3E-5BB53CF4B964}"/>
              </a:ext>
            </a:extLst>
          </p:cNvPr>
          <p:cNvSpPr/>
          <p:nvPr userDrawn="1"/>
        </p:nvSpPr>
        <p:spPr>
          <a:xfrm rot="16200000">
            <a:off x="527471" y="3069356"/>
            <a:ext cx="569982" cy="569590"/>
          </a:xfrm>
          <a:custGeom>
            <a:avLst/>
            <a:gdLst/>
            <a:ahLst/>
            <a:cxnLst/>
            <a:rect l="l" t="t" r="r" b="b"/>
            <a:pathLst>
              <a:path w="1457" h="1456" extrusionOk="0">
                <a:moveTo>
                  <a:pt x="729" y="1456"/>
                </a:moveTo>
                <a:cubicBezTo>
                  <a:pt x="327" y="1456"/>
                  <a:pt x="0" y="1130"/>
                  <a:pt x="0" y="728"/>
                </a:cubicBezTo>
                <a:cubicBezTo>
                  <a:pt x="0" y="327"/>
                  <a:pt x="327" y="0"/>
                  <a:pt x="729" y="0"/>
                </a:cubicBezTo>
                <a:cubicBezTo>
                  <a:pt x="744" y="0"/>
                  <a:pt x="756" y="12"/>
                  <a:pt x="756" y="27"/>
                </a:cubicBezTo>
                <a:cubicBezTo>
                  <a:pt x="756" y="42"/>
                  <a:pt x="744" y="54"/>
                  <a:pt x="729" y="54"/>
                </a:cubicBezTo>
                <a:cubicBezTo>
                  <a:pt x="357" y="54"/>
                  <a:pt x="55" y="356"/>
                  <a:pt x="55" y="728"/>
                </a:cubicBezTo>
                <a:cubicBezTo>
                  <a:pt x="55" y="1100"/>
                  <a:pt x="357" y="1402"/>
                  <a:pt x="729" y="1402"/>
                </a:cubicBezTo>
                <a:cubicBezTo>
                  <a:pt x="1101" y="1402"/>
                  <a:pt x="1403" y="1100"/>
                  <a:pt x="1403" y="728"/>
                </a:cubicBezTo>
                <a:cubicBezTo>
                  <a:pt x="1403" y="713"/>
                  <a:pt x="1415" y="701"/>
                  <a:pt x="1430" y="701"/>
                </a:cubicBezTo>
                <a:cubicBezTo>
                  <a:pt x="1445" y="701"/>
                  <a:pt x="1457" y="713"/>
                  <a:pt x="1457" y="728"/>
                </a:cubicBezTo>
                <a:cubicBezTo>
                  <a:pt x="1457" y="1130"/>
                  <a:pt x="1130" y="1456"/>
                  <a:pt x="729" y="145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129;p14">
            <a:extLst>
              <a:ext uri="{FF2B5EF4-FFF2-40B4-BE49-F238E27FC236}">
                <a16:creationId xmlns:a16="http://schemas.microsoft.com/office/drawing/2014/main" id="{79A62A0F-AD49-4973-A259-3448A5C1BF31}"/>
              </a:ext>
            </a:extLst>
          </p:cNvPr>
          <p:cNvSpPr/>
          <p:nvPr userDrawn="1"/>
        </p:nvSpPr>
        <p:spPr>
          <a:xfrm rot="16200000">
            <a:off x="620383" y="3161797"/>
            <a:ext cx="384158" cy="384158"/>
          </a:xfrm>
          <a:custGeom>
            <a:avLst/>
            <a:gdLst/>
            <a:ahLst/>
            <a:cxnLst/>
            <a:rect l="l" t="t" r="r" b="b"/>
            <a:pathLst>
              <a:path w="982" h="982" extrusionOk="0">
                <a:moveTo>
                  <a:pt x="491" y="271"/>
                </a:moveTo>
                <a:cubicBezTo>
                  <a:pt x="370" y="271"/>
                  <a:pt x="271" y="370"/>
                  <a:pt x="271" y="491"/>
                </a:cubicBezTo>
                <a:cubicBezTo>
                  <a:pt x="271" y="612"/>
                  <a:pt x="370" y="711"/>
                  <a:pt x="491" y="711"/>
                </a:cubicBezTo>
                <a:cubicBezTo>
                  <a:pt x="612" y="711"/>
                  <a:pt x="711" y="612"/>
                  <a:pt x="711" y="491"/>
                </a:cubicBezTo>
                <a:cubicBezTo>
                  <a:pt x="711" y="370"/>
                  <a:pt x="612" y="271"/>
                  <a:pt x="491" y="271"/>
                </a:cubicBezTo>
                <a:moveTo>
                  <a:pt x="491" y="982"/>
                </a:moveTo>
                <a:cubicBezTo>
                  <a:pt x="220" y="982"/>
                  <a:pt x="0" y="762"/>
                  <a:pt x="0" y="491"/>
                </a:cubicBezTo>
                <a:cubicBezTo>
                  <a:pt x="0" y="221"/>
                  <a:pt x="220" y="0"/>
                  <a:pt x="491" y="0"/>
                </a:cubicBezTo>
                <a:cubicBezTo>
                  <a:pt x="761" y="0"/>
                  <a:pt x="982" y="221"/>
                  <a:pt x="982" y="491"/>
                </a:cubicBezTo>
                <a:cubicBezTo>
                  <a:pt x="982" y="762"/>
                  <a:pt x="761" y="982"/>
                  <a:pt x="491" y="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31;p14">
            <a:extLst>
              <a:ext uri="{FF2B5EF4-FFF2-40B4-BE49-F238E27FC236}">
                <a16:creationId xmlns:a16="http://schemas.microsoft.com/office/drawing/2014/main" id="{3E191935-B238-46B3-99A9-64CD18A962AC}"/>
              </a:ext>
            </a:extLst>
          </p:cNvPr>
          <p:cNvSpPr/>
          <p:nvPr userDrawn="1"/>
        </p:nvSpPr>
        <p:spPr>
          <a:xfrm rot="5400000">
            <a:off x="597635" y="3598628"/>
            <a:ext cx="868462" cy="868462"/>
          </a:xfrm>
          <a:custGeom>
            <a:avLst/>
            <a:gdLst/>
            <a:ahLst/>
            <a:cxnLst/>
            <a:rect l="l" t="t" r="r" b="b"/>
            <a:pathLst>
              <a:path w="2220" h="2220" extrusionOk="0">
                <a:moveTo>
                  <a:pt x="1110" y="2220"/>
                </a:moveTo>
                <a:cubicBezTo>
                  <a:pt x="498" y="2220"/>
                  <a:pt x="0" y="1722"/>
                  <a:pt x="0" y="1110"/>
                </a:cubicBezTo>
                <a:cubicBezTo>
                  <a:pt x="0" y="498"/>
                  <a:pt x="498" y="0"/>
                  <a:pt x="1110" y="0"/>
                </a:cubicBezTo>
                <a:lnTo>
                  <a:pt x="1110" y="54"/>
                </a:lnTo>
                <a:cubicBezTo>
                  <a:pt x="528" y="54"/>
                  <a:pt x="54" y="528"/>
                  <a:pt x="54" y="1110"/>
                </a:cubicBezTo>
                <a:cubicBezTo>
                  <a:pt x="54" y="1692"/>
                  <a:pt x="528" y="2166"/>
                  <a:pt x="1110" y="2166"/>
                </a:cubicBezTo>
                <a:cubicBezTo>
                  <a:pt x="1693" y="2166"/>
                  <a:pt x="2167" y="1692"/>
                  <a:pt x="2167" y="1110"/>
                </a:cubicBezTo>
                <a:lnTo>
                  <a:pt x="2220" y="1110"/>
                </a:lnTo>
                <a:cubicBezTo>
                  <a:pt x="2220" y="1722"/>
                  <a:pt x="1723" y="2220"/>
                  <a:pt x="1110" y="222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32;p14">
            <a:extLst>
              <a:ext uri="{FF2B5EF4-FFF2-40B4-BE49-F238E27FC236}">
                <a16:creationId xmlns:a16="http://schemas.microsoft.com/office/drawing/2014/main" id="{0137488A-5CAD-4452-A83C-F304E1737968}"/>
              </a:ext>
            </a:extLst>
          </p:cNvPr>
          <p:cNvSpPr/>
          <p:nvPr userDrawn="1"/>
        </p:nvSpPr>
        <p:spPr>
          <a:xfrm rot="5400000">
            <a:off x="722232" y="3723696"/>
            <a:ext cx="619268" cy="618876"/>
          </a:xfrm>
          <a:custGeom>
            <a:avLst/>
            <a:gdLst/>
            <a:ahLst/>
            <a:cxnLst/>
            <a:rect l="l" t="t" r="r" b="b"/>
            <a:pathLst>
              <a:path w="1583" h="1582" extrusionOk="0">
                <a:moveTo>
                  <a:pt x="791" y="54"/>
                </a:moveTo>
                <a:cubicBezTo>
                  <a:pt x="385" y="54"/>
                  <a:pt x="54" y="385"/>
                  <a:pt x="54" y="791"/>
                </a:cubicBezTo>
                <a:cubicBezTo>
                  <a:pt x="54" y="1197"/>
                  <a:pt x="385" y="1528"/>
                  <a:pt x="791" y="1528"/>
                </a:cubicBezTo>
                <a:cubicBezTo>
                  <a:pt x="1198" y="1528"/>
                  <a:pt x="1528" y="1197"/>
                  <a:pt x="1528" y="791"/>
                </a:cubicBezTo>
                <a:cubicBezTo>
                  <a:pt x="1528" y="385"/>
                  <a:pt x="1198" y="54"/>
                  <a:pt x="791" y="54"/>
                </a:cubicBezTo>
                <a:moveTo>
                  <a:pt x="791" y="1582"/>
                </a:moveTo>
                <a:cubicBezTo>
                  <a:pt x="355" y="1582"/>
                  <a:pt x="0" y="1227"/>
                  <a:pt x="0" y="791"/>
                </a:cubicBezTo>
                <a:cubicBezTo>
                  <a:pt x="0" y="355"/>
                  <a:pt x="355" y="0"/>
                  <a:pt x="791" y="0"/>
                </a:cubicBezTo>
                <a:cubicBezTo>
                  <a:pt x="1228" y="0"/>
                  <a:pt x="1583" y="355"/>
                  <a:pt x="1583" y="791"/>
                </a:cubicBezTo>
                <a:cubicBezTo>
                  <a:pt x="1583" y="1227"/>
                  <a:pt x="1228" y="1582"/>
                  <a:pt x="791" y="1582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33;p14">
            <a:extLst>
              <a:ext uri="{FF2B5EF4-FFF2-40B4-BE49-F238E27FC236}">
                <a16:creationId xmlns:a16="http://schemas.microsoft.com/office/drawing/2014/main" id="{56F02708-1150-4907-99A9-33E6E471110B}"/>
              </a:ext>
            </a:extLst>
          </p:cNvPr>
          <p:cNvSpPr/>
          <p:nvPr userDrawn="1"/>
        </p:nvSpPr>
        <p:spPr>
          <a:xfrm rot="5400000">
            <a:off x="847026" y="3848488"/>
            <a:ext cx="369682" cy="369292"/>
          </a:xfrm>
          <a:custGeom>
            <a:avLst/>
            <a:gdLst/>
            <a:ahLst/>
            <a:cxnLst/>
            <a:rect l="l" t="t" r="r" b="b"/>
            <a:pathLst>
              <a:path w="945" h="944" extrusionOk="0">
                <a:moveTo>
                  <a:pt x="472" y="54"/>
                </a:moveTo>
                <a:cubicBezTo>
                  <a:pt x="242" y="54"/>
                  <a:pt x="54" y="241"/>
                  <a:pt x="54" y="472"/>
                </a:cubicBezTo>
                <a:cubicBezTo>
                  <a:pt x="54" y="703"/>
                  <a:pt x="242" y="890"/>
                  <a:pt x="472" y="890"/>
                </a:cubicBezTo>
                <a:cubicBezTo>
                  <a:pt x="703" y="890"/>
                  <a:pt x="891" y="703"/>
                  <a:pt x="891" y="472"/>
                </a:cubicBezTo>
                <a:cubicBezTo>
                  <a:pt x="891" y="241"/>
                  <a:pt x="703" y="54"/>
                  <a:pt x="472" y="54"/>
                </a:cubicBezTo>
                <a:moveTo>
                  <a:pt x="472" y="944"/>
                </a:moveTo>
                <a:cubicBezTo>
                  <a:pt x="212" y="944"/>
                  <a:pt x="0" y="733"/>
                  <a:pt x="0" y="472"/>
                </a:cubicBezTo>
                <a:cubicBezTo>
                  <a:pt x="0" y="212"/>
                  <a:pt x="212" y="0"/>
                  <a:pt x="472" y="0"/>
                </a:cubicBezTo>
                <a:cubicBezTo>
                  <a:pt x="733" y="0"/>
                  <a:pt x="945" y="212"/>
                  <a:pt x="945" y="472"/>
                </a:cubicBezTo>
                <a:cubicBezTo>
                  <a:pt x="945" y="733"/>
                  <a:pt x="733" y="944"/>
                  <a:pt x="472" y="944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ECB9CD-4B38-4789-9E3F-1066CC007E7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66262" y="705839"/>
            <a:ext cx="861998" cy="8639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1769424-F423-49C5-BD02-F20B1B57D57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607235" y="3711274"/>
            <a:ext cx="939130" cy="807846"/>
          </a:xfrm>
          <a:prstGeom prst="rect">
            <a:avLst/>
          </a:prstGeom>
        </p:spPr>
      </p:pic>
      <p:sp>
        <p:nvSpPr>
          <p:cNvPr id="7" name="TXT1">
            <a:extLst>
              <a:ext uri="{FF2B5EF4-FFF2-40B4-BE49-F238E27FC236}">
                <a16:creationId xmlns:a16="http://schemas.microsoft.com/office/drawing/2014/main" id="{8406EC60-5E41-408B-973F-8A3CA243516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7261" y="3080147"/>
            <a:ext cx="6949478" cy="600308"/>
          </a:xfrm>
        </p:spPr>
        <p:txBody>
          <a:bodyPr anchor="ctr"/>
          <a:lstStyle>
            <a:lvl1pPr marL="0" indent="0" algn="ctr">
              <a:buNone/>
              <a:tabLst/>
              <a:defRPr sz="1800" i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The end!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B8BF073-7FCD-4059-A1F3-28CC50325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61" y="1657663"/>
            <a:ext cx="6949478" cy="1422484"/>
          </a:xfrm>
        </p:spPr>
        <p:txBody>
          <a:bodyPr/>
          <a:lstStyle>
            <a:lvl1pPr>
              <a:defRPr sz="4400">
                <a:solidFill>
                  <a:srgbClr val="3B635A"/>
                </a:solidFill>
                <a:latin typeface="Nunito Black" panose="00000A00000000000000" pitchFamily="2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5635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8.theend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">
            <a:extLst>
              <a:ext uri="{FF2B5EF4-FFF2-40B4-BE49-F238E27FC236}">
                <a16:creationId xmlns:a16="http://schemas.microsoft.com/office/drawing/2014/main" id="{31CF110C-5AED-45A0-B349-7383B557957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33377" y="2571752"/>
            <a:ext cx="7477246" cy="1222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2E6CF5F0-FEC6-49AE-BC43-A361F8045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377" y="1205359"/>
            <a:ext cx="7477246" cy="1366391"/>
          </a:xfrm>
        </p:spPr>
        <p:txBody>
          <a:bodyPr/>
          <a:lstStyle>
            <a:lvl1pPr>
              <a:defRPr sz="4800">
                <a:latin typeface="Nunito Black" panose="00000A00000000000000" pitchFamily="2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4510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rgbClr val="FFFFFF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oogle Shape;78;p9"/>
          <p:cNvGrpSpPr/>
          <p:nvPr/>
        </p:nvGrpSpPr>
        <p:grpSpPr>
          <a:xfrm>
            <a:off x="-1339136" y="-739612"/>
            <a:ext cx="11084655" cy="6682135"/>
            <a:chOff x="-1339136" y="-739612"/>
            <a:chExt cx="11084655" cy="6682135"/>
          </a:xfrm>
        </p:grpSpPr>
        <p:grpSp>
          <p:nvGrpSpPr>
            <p:cNvPr id="79" name="Google Shape;79;p9"/>
            <p:cNvGrpSpPr/>
            <p:nvPr/>
          </p:nvGrpSpPr>
          <p:grpSpPr>
            <a:xfrm>
              <a:off x="-1339136" y="2979971"/>
              <a:ext cx="1961448" cy="1961448"/>
              <a:chOff x="3335760" y="960480"/>
              <a:chExt cx="1286280" cy="1286280"/>
            </a:xfrm>
          </p:grpSpPr>
          <p:sp>
            <p:nvSpPr>
              <p:cNvPr id="80" name="Google Shape;80;p9"/>
              <p:cNvSpPr/>
              <p:nvPr/>
            </p:nvSpPr>
            <p:spPr>
              <a:xfrm>
                <a:off x="3335760" y="960480"/>
                <a:ext cx="1286280" cy="1286280"/>
              </a:xfrm>
              <a:custGeom>
                <a:avLst/>
                <a:gdLst/>
                <a:ahLst/>
                <a:cxnLst/>
                <a:rect l="l" t="t" r="r" b="b"/>
                <a:pathLst>
                  <a:path w="3573" h="3573" extrusionOk="0">
                    <a:moveTo>
                      <a:pt x="1786" y="3573"/>
                    </a:moveTo>
                    <a:cubicBezTo>
                      <a:pt x="1771" y="3573"/>
                      <a:pt x="1759" y="3560"/>
                      <a:pt x="1759" y="3546"/>
                    </a:cubicBezTo>
                    <a:cubicBezTo>
                      <a:pt x="1759" y="3531"/>
                      <a:pt x="1771" y="3518"/>
                      <a:pt x="1786" y="3518"/>
                    </a:cubicBezTo>
                    <a:cubicBezTo>
                      <a:pt x="2741" y="3518"/>
                      <a:pt x="3518" y="2742"/>
                      <a:pt x="3518" y="1786"/>
                    </a:cubicBezTo>
                    <a:cubicBezTo>
                      <a:pt x="3518" y="831"/>
                      <a:pt x="2741" y="55"/>
                      <a:pt x="1786" y="55"/>
                    </a:cubicBezTo>
                    <a:cubicBezTo>
                      <a:pt x="831" y="55"/>
                      <a:pt x="54" y="831"/>
                      <a:pt x="54" y="1786"/>
                    </a:cubicBezTo>
                    <a:cubicBezTo>
                      <a:pt x="54" y="1802"/>
                      <a:pt x="42" y="1813"/>
                      <a:pt x="27" y="1813"/>
                    </a:cubicBezTo>
                    <a:cubicBezTo>
                      <a:pt x="12" y="1813"/>
                      <a:pt x="0" y="1802"/>
                      <a:pt x="0" y="1786"/>
                    </a:cubicBezTo>
                    <a:cubicBezTo>
                      <a:pt x="0" y="802"/>
                      <a:pt x="801" y="0"/>
                      <a:pt x="1786" y="0"/>
                    </a:cubicBezTo>
                    <a:cubicBezTo>
                      <a:pt x="2771" y="0"/>
                      <a:pt x="3573" y="802"/>
                      <a:pt x="3573" y="1786"/>
                    </a:cubicBezTo>
                    <a:cubicBezTo>
                      <a:pt x="3573" y="2771"/>
                      <a:pt x="2771" y="3573"/>
                      <a:pt x="1786" y="357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" name="Google Shape;81;p9"/>
              <p:cNvSpPr/>
              <p:nvPr/>
            </p:nvSpPr>
            <p:spPr>
              <a:xfrm>
                <a:off x="3453120" y="1077840"/>
                <a:ext cx="1051200" cy="1051560"/>
              </a:xfrm>
              <a:custGeom>
                <a:avLst/>
                <a:gdLst/>
                <a:ahLst/>
                <a:cxnLst/>
                <a:rect l="l" t="t" r="r" b="b"/>
                <a:pathLst>
                  <a:path w="2920" h="2921" extrusionOk="0">
                    <a:moveTo>
                      <a:pt x="1460" y="54"/>
                    </a:moveTo>
                    <a:cubicBezTo>
                      <a:pt x="685" y="54"/>
                      <a:pt x="54" y="685"/>
                      <a:pt x="54" y="1460"/>
                    </a:cubicBezTo>
                    <a:cubicBezTo>
                      <a:pt x="54" y="2236"/>
                      <a:pt x="685" y="2867"/>
                      <a:pt x="1460" y="2867"/>
                    </a:cubicBezTo>
                    <a:cubicBezTo>
                      <a:pt x="2235" y="2867"/>
                      <a:pt x="2867" y="2236"/>
                      <a:pt x="2867" y="1460"/>
                    </a:cubicBezTo>
                    <a:cubicBezTo>
                      <a:pt x="2867" y="685"/>
                      <a:pt x="2235" y="54"/>
                      <a:pt x="1460" y="54"/>
                    </a:cubicBezTo>
                    <a:moveTo>
                      <a:pt x="1460" y="2921"/>
                    </a:moveTo>
                    <a:cubicBezTo>
                      <a:pt x="655" y="2921"/>
                      <a:pt x="0" y="2266"/>
                      <a:pt x="0" y="1460"/>
                    </a:cubicBezTo>
                    <a:cubicBezTo>
                      <a:pt x="0" y="655"/>
                      <a:pt x="655" y="0"/>
                      <a:pt x="1460" y="0"/>
                    </a:cubicBezTo>
                    <a:cubicBezTo>
                      <a:pt x="2266" y="0"/>
                      <a:pt x="2920" y="655"/>
                      <a:pt x="2920" y="1460"/>
                    </a:cubicBezTo>
                    <a:cubicBezTo>
                      <a:pt x="2920" y="2266"/>
                      <a:pt x="2266" y="2921"/>
                      <a:pt x="1460" y="292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" name="Google Shape;82;p9"/>
              <p:cNvSpPr/>
              <p:nvPr/>
            </p:nvSpPr>
            <p:spPr>
              <a:xfrm>
                <a:off x="3570480" y="1195200"/>
                <a:ext cx="816480" cy="816840"/>
              </a:xfrm>
              <a:custGeom>
                <a:avLst/>
                <a:gdLst/>
                <a:ahLst/>
                <a:cxnLst/>
                <a:rect l="l" t="t" r="r" b="b"/>
                <a:pathLst>
                  <a:path w="2268" h="2269" extrusionOk="0">
                    <a:moveTo>
                      <a:pt x="1134" y="54"/>
                    </a:moveTo>
                    <a:cubicBezTo>
                      <a:pt x="539" y="54"/>
                      <a:pt x="54" y="539"/>
                      <a:pt x="54" y="1134"/>
                    </a:cubicBezTo>
                    <a:cubicBezTo>
                      <a:pt x="54" y="1730"/>
                      <a:pt x="539" y="2214"/>
                      <a:pt x="1134" y="2214"/>
                    </a:cubicBezTo>
                    <a:cubicBezTo>
                      <a:pt x="1730" y="2214"/>
                      <a:pt x="2214" y="1730"/>
                      <a:pt x="2214" y="1134"/>
                    </a:cubicBezTo>
                    <a:cubicBezTo>
                      <a:pt x="2214" y="539"/>
                      <a:pt x="1730" y="54"/>
                      <a:pt x="1134" y="54"/>
                    </a:cubicBezTo>
                    <a:moveTo>
                      <a:pt x="1134" y="2269"/>
                    </a:moveTo>
                    <a:cubicBezTo>
                      <a:pt x="509" y="2269"/>
                      <a:pt x="0" y="1760"/>
                      <a:pt x="0" y="1134"/>
                    </a:cubicBezTo>
                    <a:cubicBezTo>
                      <a:pt x="0" y="509"/>
                      <a:pt x="509" y="0"/>
                      <a:pt x="1134" y="0"/>
                    </a:cubicBezTo>
                    <a:cubicBezTo>
                      <a:pt x="1760" y="0"/>
                      <a:pt x="2268" y="509"/>
                      <a:pt x="2268" y="1134"/>
                    </a:cubicBezTo>
                    <a:cubicBezTo>
                      <a:pt x="2268" y="1760"/>
                      <a:pt x="1760" y="2269"/>
                      <a:pt x="1134" y="22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" name="Google Shape;83;p9"/>
              <p:cNvSpPr/>
              <p:nvPr/>
            </p:nvSpPr>
            <p:spPr>
              <a:xfrm>
                <a:off x="3687840" y="1312560"/>
                <a:ext cx="582120" cy="582120"/>
              </a:xfrm>
              <a:custGeom>
                <a:avLst/>
                <a:gdLst/>
                <a:ahLst/>
                <a:cxnLst/>
                <a:rect l="l" t="t" r="r" b="b"/>
                <a:pathLst>
                  <a:path w="1617" h="1617" extrusionOk="0">
                    <a:moveTo>
                      <a:pt x="808" y="54"/>
                    </a:moveTo>
                    <a:cubicBezTo>
                      <a:pt x="392" y="54"/>
                      <a:pt x="54" y="392"/>
                      <a:pt x="54" y="808"/>
                    </a:cubicBezTo>
                    <a:cubicBezTo>
                      <a:pt x="54" y="1225"/>
                      <a:pt x="392" y="1563"/>
                      <a:pt x="808" y="1563"/>
                    </a:cubicBezTo>
                    <a:cubicBezTo>
                      <a:pt x="1224" y="1563"/>
                      <a:pt x="1562" y="1225"/>
                      <a:pt x="1562" y="808"/>
                    </a:cubicBezTo>
                    <a:cubicBezTo>
                      <a:pt x="1562" y="392"/>
                      <a:pt x="1224" y="54"/>
                      <a:pt x="808" y="54"/>
                    </a:cubicBezTo>
                    <a:moveTo>
                      <a:pt x="808" y="1617"/>
                    </a:moveTo>
                    <a:cubicBezTo>
                      <a:pt x="363" y="1617"/>
                      <a:pt x="0" y="1254"/>
                      <a:pt x="0" y="808"/>
                    </a:cubicBezTo>
                    <a:cubicBezTo>
                      <a:pt x="0" y="363"/>
                      <a:pt x="363" y="0"/>
                      <a:pt x="808" y="0"/>
                    </a:cubicBezTo>
                    <a:cubicBezTo>
                      <a:pt x="1254" y="0"/>
                      <a:pt x="1617" y="363"/>
                      <a:pt x="1617" y="808"/>
                    </a:cubicBezTo>
                    <a:cubicBezTo>
                      <a:pt x="1617" y="1254"/>
                      <a:pt x="1254" y="1617"/>
                      <a:pt x="808" y="16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" name="Google Shape;84;p9"/>
              <p:cNvSpPr/>
              <p:nvPr/>
            </p:nvSpPr>
            <p:spPr>
              <a:xfrm>
                <a:off x="3805200" y="1429920"/>
                <a:ext cx="347040" cy="347400"/>
              </a:xfrm>
              <a:custGeom>
                <a:avLst/>
                <a:gdLst/>
                <a:ahLst/>
                <a:cxnLst/>
                <a:rect l="l" t="t" r="r" b="b"/>
                <a:pathLst>
                  <a:path w="964" h="965" extrusionOk="0">
                    <a:moveTo>
                      <a:pt x="482" y="54"/>
                    </a:moveTo>
                    <a:cubicBezTo>
                      <a:pt x="246" y="54"/>
                      <a:pt x="54" y="246"/>
                      <a:pt x="54" y="482"/>
                    </a:cubicBezTo>
                    <a:cubicBezTo>
                      <a:pt x="54" y="719"/>
                      <a:pt x="246" y="911"/>
                      <a:pt x="482" y="911"/>
                    </a:cubicBezTo>
                    <a:cubicBezTo>
                      <a:pt x="718" y="911"/>
                      <a:pt x="911" y="719"/>
                      <a:pt x="911" y="482"/>
                    </a:cubicBezTo>
                    <a:cubicBezTo>
                      <a:pt x="911" y="246"/>
                      <a:pt x="718" y="54"/>
                      <a:pt x="482" y="54"/>
                    </a:cubicBezTo>
                    <a:moveTo>
                      <a:pt x="482" y="965"/>
                    </a:moveTo>
                    <a:cubicBezTo>
                      <a:pt x="216" y="965"/>
                      <a:pt x="0" y="748"/>
                      <a:pt x="0" y="482"/>
                    </a:cubicBezTo>
                    <a:cubicBezTo>
                      <a:pt x="0" y="216"/>
                      <a:pt x="216" y="0"/>
                      <a:pt x="482" y="0"/>
                    </a:cubicBezTo>
                    <a:cubicBezTo>
                      <a:pt x="748" y="0"/>
                      <a:pt x="964" y="216"/>
                      <a:pt x="964" y="482"/>
                    </a:cubicBezTo>
                    <a:cubicBezTo>
                      <a:pt x="964" y="748"/>
                      <a:pt x="748" y="965"/>
                      <a:pt x="482" y="9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5" name="Google Shape;85;p9"/>
            <p:cNvGrpSpPr/>
            <p:nvPr/>
          </p:nvGrpSpPr>
          <p:grpSpPr>
            <a:xfrm>
              <a:off x="8424008" y="559481"/>
              <a:ext cx="799841" cy="799292"/>
              <a:chOff x="6807240" y="2796480"/>
              <a:chExt cx="524520" cy="524160"/>
            </a:xfrm>
          </p:grpSpPr>
          <p:sp>
            <p:nvSpPr>
              <p:cNvPr id="86" name="Google Shape;86;p9"/>
              <p:cNvSpPr/>
              <p:nvPr/>
            </p:nvSpPr>
            <p:spPr>
              <a:xfrm>
                <a:off x="6807240" y="2796480"/>
                <a:ext cx="524520" cy="524160"/>
              </a:xfrm>
              <a:custGeom>
                <a:avLst/>
                <a:gdLst/>
                <a:ahLst/>
                <a:cxnLst/>
                <a:rect l="l" t="t" r="r" b="b"/>
                <a:pathLst>
                  <a:path w="1457" h="1456" extrusionOk="0">
                    <a:moveTo>
                      <a:pt x="729" y="1456"/>
                    </a:moveTo>
                    <a:cubicBezTo>
                      <a:pt x="327" y="1456"/>
                      <a:pt x="0" y="1130"/>
                      <a:pt x="0" y="728"/>
                    </a:cubicBezTo>
                    <a:cubicBezTo>
                      <a:pt x="0" y="327"/>
                      <a:pt x="327" y="0"/>
                      <a:pt x="729" y="0"/>
                    </a:cubicBezTo>
                    <a:cubicBezTo>
                      <a:pt x="744" y="0"/>
                      <a:pt x="756" y="12"/>
                      <a:pt x="756" y="27"/>
                    </a:cubicBezTo>
                    <a:cubicBezTo>
                      <a:pt x="756" y="42"/>
                      <a:pt x="744" y="54"/>
                      <a:pt x="729" y="54"/>
                    </a:cubicBezTo>
                    <a:cubicBezTo>
                      <a:pt x="357" y="54"/>
                      <a:pt x="55" y="356"/>
                      <a:pt x="55" y="728"/>
                    </a:cubicBezTo>
                    <a:cubicBezTo>
                      <a:pt x="55" y="1100"/>
                      <a:pt x="357" y="1402"/>
                      <a:pt x="729" y="1402"/>
                    </a:cubicBezTo>
                    <a:cubicBezTo>
                      <a:pt x="1101" y="1402"/>
                      <a:pt x="1403" y="1100"/>
                      <a:pt x="1403" y="728"/>
                    </a:cubicBezTo>
                    <a:cubicBezTo>
                      <a:pt x="1403" y="713"/>
                      <a:pt x="1415" y="701"/>
                      <a:pt x="1430" y="701"/>
                    </a:cubicBezTo>
                    <a:cubicBezTo>
                      <a:pt x="1445" y="701"/>
                      <a:pt x="1457" y="713"/>
                      <a:pt x="1457" y="728"/>
                    </a:cubicBezTo>
                    <a:cubicBezTo>
                      <a:pt x="1457" y="1130"/>
                      <a:pt x="1130" y="1456"/>
                      <a:pt x="729" y="145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" name="Google Shape;87;p9"/>
              <p:cNvSpPr/>
              <p:nvPr/>
            </p:nvSpPr>
            <p:spPr>
              <a:xfrm>
                <a:off x="6892920" y="2881800"/>
                <a:ext cx="353520" cy="353520"/>
              </a:xfrm>
              <a:custGeom>
                <a:avLst/>
                <a:gdLst/>
                <a:ahLst/>
                <a:cxnLst/>
                <a:rect l="l" t="t" r="r" b="b"/>
                <a:pathLst>
                  <a:path w="982" h="982" extrusionOk="0">
                    <a:moveTo>
                      <a:pt x="491" y="271"/>
                    </a:moveTo>
                    <a:cubicBezTo>
                      <a:pt x="370" y="271"/>
                      <a:pt x="271" y="370"/>
                      <a:pt x="271" y="491"/>
                    </a:cubicBezTo>
                    <a:cubicBezTo>
                      <a:pt x="271" y="612"/>
                      <a:pt x="370" y="711"/>
                      <a:pt x="491" y="711"/>
                    </a:cubicBezTo>
                    <a:cubicBezTo>
                      <a:pt x="612" y="711"/>
                      <a:pt x="711" y="612"/>
                      <a:pt x="711" y="491"/>
                    </a:cubicBezTo>
                    <a:cubicBezTo>
                      <a:pt x="711" y="370"/>
                      <a:pt x="612" y="271"/>
                      <a:pt x="491" y="271"/>
                    </a:cubicBezTo>
                    <a:moveTo>
                      <a:pt x="491" y="982"/>
                    </a:moveTo>
                    <a:cubicBezTo>
                      <a:pt x="220" y="982"/>
                      <a:pt x="0" y="762"/>
                      <a:pt x="0" y="491"/>
                    </a:cubicBezTo>
                    <a:cubicBezTo>
                      <a:pt x="0" y="221"/>
                      <a:pt x="220" y="0"/>
                      <a:pt x="491" y="0"/>
                    </a:cubicBezTo>
                    <a:cubicBezTo>
                      <a:pt x="761" y="0"/>
                      <a:pt x="982" y="221"/>
                      <a:pt x="982" y="491"/>
                    </a:cubicBezTo>
                    <a:cubicBezTo>
                      <a:pt x="982" y="762"/>
                      <a:pt x="761" y="982"/>
                      <a:pt x="491" y="98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8" name="Google Shape;88;p9"/>
            <p:cNvSpPr/>
            <p:nvPr/>
          </p:nvSpPr>
          <p:spPr>
            <a:xfrm>
              <a:off x="8517484" y="-739612"/>
              <a:ext cx="1228035" cy="1228035"/>
            </a:xfrm>
            <a:custGeom>
              <a:avLst/>
              <a:gdLst/>
              <a:ahLst/>
              <a:cxnLst/>
              <a:rect l="l" t="t" r="r" b="b"/>
              <a:pathLst>
                <a:path w="2237" h="2237" extrusionOk="0">
                  <a:moveTo>
                    <a:pt x="36" y="2200"/>
                  </a:moveTo>
                  <a:lnTo>
                    <a:pt x="36" y="2200"/>
                  </a:lnTo>
                  <a:cubicBezTo>
                    <a:pt x="-12" y="2151"/>
                    <a:pt x="-12" y="2072"/>
                    <a:pt x="36" y="2023"/>
                  </a:cubicBezTo>
                  <a:lnTo>
                    <a:pt x="2022" y="37"/>
                  </a:lnTo>
                  <a:cubicBezTo>
                    <a:pt x="2071" y="-12"/>
                    <a:pt x="2151" y="-12"/>
                    <a:pt x="2200" y="37"/>
                  </a:cubicBezTo>
                  <a:cubicBezTo>
                    <a:pt x="2249" y="86"/>
                    <a:pt x="2249" y="166"/>
                    <a:pt x="2200" y="215"/>
                  </a:cubicBezTo>
                  <a:lnTo>
                    <a:pt x="214" y="2200"/>
                  </a:lnTo>
                  <a:cubicBezTo>
                    <a:pt x="165" y="2249"/>
                    <a:pt x="85" y="2249"/>
                    <a:pt x="36" y="22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9"/>
            <p:cNvSpPr/>
            <p:nvPr/>
          </p:nvSpPr>
          <p:spPr>
            <a:xfrm>
              <a:off x="-670166" y="4714488"/>
              <a:ext cx="1228035" cy="1228035"/>
            </a:xfrm>
            <a:custGeom>
              <a:avLst/>
              <a:gdLst/>
              <a:ahLst/>
              <a:cxnLst/>
              <a:rect l="l" t="t" r="r" b="b"/>
              <a:pathLst>
                <a:path w="2237" h="2237" extrusionOk="0">
                  <a:moveTo>
                    <a:pt x="36" y="2200"/>
                  </a:moveTo>
                  <a:lnTo>
                    <a:pt x="36" y="2200"/>
                  </a:lnTo>
                  <a:cubicBezTo>
                    <a:pt x="-12" y="2151"/>
                    <a:pt x="-12" y="2072"/>
                    <a:pt x="36" y="2023"/>
                  </a:cubicBezTo>
                  <a:lnTo>
                    <a:pt x="2022" y="37"/>
                  </a:lnTo>
                  <a:cubicBezTo>
                    <a:pt x="2071" y="-12"/>
                    <a:pt x="2151" y="-12"/>
                    <a:pt x="2200" y="37"/>
                  </a:cubicBezTo>
                  <a:cubicBezTo>
                    <a:pt x="2249" y="86"/>
                    <a:pt x="2249" y="166"/>
                    <a:pt x="2200" y="215"/>
                  </a:cubicBezTo>
                  <a:lnTo>
                    <a:pt x="214" y="2200"/>
                  </a:lnTo>
                  <a:cubicBezTo>
                    <a:pt x="165" y="2249"/>
                    <a:pt x="85" y="2249"/>
                    <a:pt x="36" y="220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" name="SUBTITLE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6" name="TITLE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5" name="Google Shape;95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96" name="Google Shape;96;p11"/>
          <p:cNvGrpSpPr/>
          <p:nvPr/>
        </p:nvGrpSpPr>
        <p:grpSpPr>
          <a:xfrm>
            <a:off x="-83675" y="3125065"/>
            <a:ext cx="9933867" cy="2244971"/>
            <a:chOff x="-83675" y="3125065"/>
            <a:chExt cx="9933867" cy="2244971"/>
          </a:xfrm>
        </p:grpSpPr>
        <p:sp>
          <p:nvSpPr>
            <p:cNvPr id="97" name="Google Shape;97;p11"/>
            <p:cNvSpPr/>
            <p:nvPr/>
          </p:nvSpPr>
          <p:spPr>
            <a:xfrm>
              <a:off x="-83675" y="4384642"/>
              <a:ext cx="488484" cy="489063"/>
            </a:xfrm>
            <a:custGeom>
              <a:avLst/>
              <a:gdLst/>
              <a:ahLst/>
              <a:cxnLst/>
              <a:rect l="l" t="t" r="r" b="b"/>
              <a:pathLst>
                <a:path w="844" h="845" extrusionOk="0">
                  <a:moveTo>
                    <a:pt x="420" y="845"/>
                  </a:moveTo>
                  <a:cubicBezTo>
                    <a:pt x="412" y="845"/>
                    <a:pt x="406" y="843"/>
                    <a:pt x="400" y="837"/>
                  </a:cubicBezTo>
                  <a:cubicBezTo>
                    <a:pt x="390" y="827"/>
                    <a:pt x="390" y="809"/>
                    <a:pt x="400" y="799"/>
                  </a:cubicBezTo>
                  <a:lnTo>
                    <a:pt x="717" y="483"/>
                  </a:lnTo>
                  <a:cubicBezTo>
                    <a:pt x="814" y="385"/>
                    <a:pt x="814" y="226"/>
                    <a:pt x="717" y="128"/>
                  </a:cubicBezTo>
                  <a:cubicBezTo>
                    <a:pt x="670" y="81"/>
                    <a:pt x="607" y="54"/>
                    <a:pt x="540" y="54"/>
                  </a:cubicBezTo>
                  <a:cubicBezTo>
                    <a:pt x="473" y="54"/>
                    <a:pt x="410" y="81"/>
                    <a:pt x="362" y="128"/>
                  </a:cubicBezTo>
                  <a:lnTo>
                    <a:pt x="46" y="444"/>
                  </a:lnTo>
                  <a:cubicBezTo>
                    <a:pt x="36" y="455"/>
                    <a:pt x="18" y="455"/>
                    <a:pt x="7" y="444"/>
                  </a:cubicBezTo>
                  <a:cubicBezTo>
                    <a:pt x="-3" y="434"/>
                    <a:pt x="-3" y="417"/>
                    <a:pt x="7" y="406"/>
                  </a:cubicBezTo>
                  <a:lnTo>
                    <a:pt x="324" y="90"/>
                  </a:lnTo>
                  <a:cubicBezTo>
                    <a:pt x="382" y="32"/>
                    <a:pt x="459" y="0"/>
                    <a:pt x="540" y="0"/>
                  </a:cubicBezTo>
                  <a:cubicBezTo>
                    <a:pt x="621" y="0"/>
                    <a:pt x="698" y="32"/>
                    <a:pt x="755" y="90"/>
                  </a:cubicBezTo>
                  <a:cubicBezTo>
                    <a:pt x="874" y="208"/>
                    <a:pt x="874" y="402"/>
                    <a:pt x="755" y="520"/>
                  </a:cubicBezTo>
                  <a:lnTo>
                    <a:pt x="439" y="837"/>
                  </a:lnTo>
                  <a:cubicBezTo>
                    <a:pt x="433" y="843"/>
                    <a:pt x="426" y="845"/>
                    <a:pt x="420" y="8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8" name="Google Shape;98;p11"/>
            <p:cNvGrpSpPr/>
            <p:nvPr/>
          </p:nvGrpSpPr>
          <p:grpSpPr>
            <a:xfrm>
              <a:off x="189602" y="4465986"/>
              <a:ext cx="782500" cy="782500"/>
              <a:chOff x="189602" y="4465986"/>
              <a:chExt cx="782500" cy="782500"/>
            </a:xfrm>
          </p:grpSpPr>
          <p:sp>
            <p:nvSpPr>
              <p:cNvPr id="99" name="Google Shape;99;p11"/>
              <p:cNvSpPr/>
              <p:nvPr/>
            </p:nvSpPr>
            <p:spPr>
              <a:xfrm>
                <a:off x="286835" y="4816143"/>
                <a:ext cx="335109" cy="335109"/>
              </a:xfrm>
              <a:custGeom>
                <a:avLst/>
                <a:gdLst/>
                <a:ahLst/>
                <a:cxnLst/>
                <a:rect l="l" t="t" r="r" b="b"/>
                <a:pathLst>
                  <a:path w="579" h="579" extrusionOk="0">
                    <a:moveTo>
                      <a:pt x="289" y="54"/>
                    </a:moveTo>
                    <a:cubicBezTo>
                      <a:pt x="160" y="54"/>
                      <a:pt x="54" y="160"/>
                      <a:pt x="54" y="290"/>
                    </a:cubicBezTo>
                    <a:cubicBezTo>
                      <a:pt x="54" y="420"/>
                      <a:pt x="160" y="525"/>
                      <a:pt x="289" y="525"/>
                    </a:cubicBezTo>
                    <a:cubicBezTo>
                      <a:pt x="419" y="525"/>
                      <a:pt x="525" y="420"/>
                      <a:pt x="525" y="290"/>
                    </a:cubicBezTo>
                    <a:cubicBezTo>
                      <a:pt x="525" y="160"/>
                      <a:pt x="419" y="54"/>
                      <a:pt x="289" y="54"/>
                    </a:cubicBezTo>
                    <a:moveTo>
                      <a:pt x="289" y="579"/>
                    </a:moveTo>
                    <a:cubicBezTo>
                      <a:pt x="130" y="579"/>
                      <a:pt x="0" y="449"/>
                      <a:pt x="0" y="290"/>
                    </a:cubicBezTo>
                    <a:cubicBezTo>
                      <a:pt x="0" y="130"/>
                      <a:pt x="130" y="0"/>
                      <a:pt x="289" y="0"/>
                    </a:cubicBezTo>
                    <a:cubicBezTo>
                      <a:pt x="449" y="0"/>
                      <a:pt x="579" y="130"/>
                      <a:pt x="579" y="290"/>
                    </a:cubicBezTo>
                    <a:cubicBezTo>
                      <a:pt x="579" y="449"/>
                      <a:pt x="449" y="579"/>
                      <a:pt x="289" y="57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" name="Google Shape;100;p11"/>
              <p:cNvSpPr/>
              <p:nvPr/>
            </p:nvSpPr>
            <p:spPr>
              <a:xfrm>
                <a:off x="189602" y="4465986"/>
                <a:ext cx="782500" cy="782500"/>
              </a:xfrm>
              <a:custGeom>
                <a:avLst/>
                <a:gdLst/>
                <a:ahLst/>
                <a:cxnLst/>
                <a:rect l="l" t="t" r="r" b="b"/>
                <a:pathLst>
                  <a:path w="1352" h="1352" extrusionOk="0">
                    <a:moveTo>
                      <a:pt x="27" y="1352"/>
                    </a:moveTo>
                    <a:cubicBezTo>
                      <a:pt x="20" y="1352"/>
                      <a:pt x="13" y="1350"/>
                      <a:pt x="8" y="1344"/>
                    </a:cubicBezTo>
                    <a:cubicBezTo>
                      <a:pt x="-3" y="1334"/>
                      <a:pt x="-3" y="1317"/>
                      <a:pt x="8" y="1306"/>
                    </a:cubicBezTo>
                    <a:lnTo>
                      <a:pt x="1306" y="7"/>
                    </a:lnTo>
                    <a:cubicBezTo>
                      <a:pt x="1317" y="-3"/>
                      <a:pt x="1334" y="-3"/>
                      <a:pt x="1345" y="7"/>
                    </a:cubicBezTo>
                    <a:cubicBezTo>
                      <a:pt x="1355" y="18"/>
                      <a:pt x="1355" y="35"/>
                      <a:pt x="1345" y="46"/>
                    </a:cubicBezTo>
                    <a:lnTo>
                      <a:pt x="46" y="1344"/>
                    </a:lnTo>
                    <a:cubicBezTo>
                      <a:pt x="41" y="1350"/>
                      <a:pt x="34" y="1352"/>
                      <a:pt x="27" y="135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1" name="Google Shape;101;p11"/>
            <p:cNvGrpSpPr/>
            <p:nvPr/>
          </p:nvGrpSpPr>
          <p:grpSpPr>
            <a:xfrm>
              <a:off x="8156705" y="3125065"/>
              <a:ext cx="1693487" cy="1526222"/>
              <a:chOff x="6711840" y="214920"/>
              <a:chExt cx="1053360" cy="949320"/>
            </a:xfrm>
          </p:grpSpPr>
          <p:sp>
            <p:nvSpPr>
              <p:cNvPr id="102" name="Google Shape;102;p11"/>
              <p:cNvSpPr/>
              <p:nvPr/>
            </p:nvSpPr>
            <p:spPr>
              <a:xfrm>
                <a:off x="6711840" y="455760"/>
                <a:ext cx="708480" cy="708480"/>
              </a:xfrm>
              <a:custGeom>
                <a:avLst/>
                <a:gdLst/>
                <a:ahLst/>
                <a:cxnLst/>
                <a:rect l="l" t="t" r="r" b="b"/>
                <a:pathLst>
                  <a:path w="1968" h="1968" extrusionOk="0">
                    <a:moveTo>
                      <a:pt x="27" y="1968"/>
                    </a:moveTo>
                    <a:cubicBezTo>
                      <a:pt x="20" y="1968"/>
                      <a:pt x="13" y="1966"/>
                      <a:pt x="8" y="1961"/>
                    </a:cubicBezTo>
                    <a:cubicBezTo>
                      <a:pt x="-3" y="1950"/>
                      <a:pt x="-3" y="1933"/>
                      <a:pt x="8" y="1922"/>
                    </a:cubicBezTo>
                    <a:lnTo>
                      <a:pt x="1922" y="8"/>
                    </a:lnTo>
                    <a:cubicBezTo>
                      <a:pt x="1933" y="-3"/>
                      <a:pt x="1950" y="-3"/>
                      <a:pt x="1960" y="8"/>
                    </a:cubicBezTo>
                    <a:cubicBezTo>
                      <a:pt x="1971" y="18"/>
                      <a:pt x="1971" y="36"/>
                      <a:pt x="1960" y="46"/>
                    </a:cubicBezTo>
                    <a:lnTo>
                      <a:pt x="46" y="1961"/>
                    </a:lnTo>
                    <a:cubicBezTo>
                      <a:pt x="41" y="1966"/>
                      <a:pt x="34" y="1968"/>
                      <a:pt x="27" y="19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" name="Google Shape;103;p11"/>
              <p:cNvSpPr/>
              <p:nvPr/>
            </p:nvSpPr>
            <p:spPr>
              <a:xfrm>
                <a:off x="7056360" y="214920"/>
                <a:ext cx="708840" cy="708840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1969" extrusionOk="0">
                    <a:moveTo>
                      <a:pt x="27" y="1969"/>
                    </a:moveTo>
                    <a:cubicBezTo>
                      <a:pt x="20" y="1969"/>
                      <a:pt x="13" y="1965"/>
                      <a:pt x="8" y="1960"/>
                    </a:cubicBezTo>
                    <a:cubicBezTo>
                      <a:pt x="-3" y="1950"/>
                      <a:pt x="-3" y="1933"/>
                      <a:pt x="8" y="1922"/>
                    </a:cubicBezTo>
                    <a:lnTo>
                      <a:pt x="1922" y="8"/>
                    </a:lnTo>
                    <a:cubicBezTo>
                      <a:pt x="1933" y="-3"/>
                      <a:pt x="1950" y="-3"/>
                      <a:pt x="1961" y="8"/>
                    </a:cubicBezTo>
                    <a:cubicBezTo>
                      <a:pt x="1972" y="18"/>
                      <a:pt x="1972" y="35"/>
                      <a:pt x="1961" y="46"/>
                    </a:cubicBezTo>
                    <a:lnTo>
                      <a:pt x="46" y="1960"/>
                    </a:lnTo>
                    <a:cubicBezTo>
                      <a:pt x="41" y="1965"/>
                      <a:pt x="34" y="1969"/>
                      <a:pt x="27" y="196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4" name="Google Shape;104;p11"/>
            <p:cNvSpPr/>
            <p:nvPr/>
          </p:nvSpPr>
          <p:spPr>
            <a:xfrm>
              <a:off x="8313297" y="4465978"/>
              <a:ext cx="904062" cy="904058"/>
            </a:xfrm>
            <a:custGeom>
              <a:avLst/>
              <a:gdLst/>
              <a:ahLst/>
              <a:cxnLst/>
              <a:rect l="l" t="t" r="r" b="b"/>
              <a:pathLst>
                <a:path w="1562" h="1562" extrusionOk="0">
                  <a:moveTo>
                    <a:pt x="1521" y="530"/>
                  </a:moveTo>
                  <a:lnTo>
                    <a:pt x="529" y="1521"/>
                  </a:lnTo>
                  <a:cubicBezTo>
                    <a:pt x="552" y="1529"/>
                    <a:pt x="575" y="1536"/>
                    <a:pt x="598" y="1541"/>
                  </a:cubicBezTo>
                  <a:lnTo>
                    <a:pt x="1541" y="598"/>
                  </a:lnTo>
                  <a:cubicBezTo>
                    <a:pt x="1535" y="575"/>
                    <a:pt x="1529" y="552"/>
                    <a:pt x="1521" y="530"/>
                  </a:cubicBezTo>
                  <a:moveTo>
                    <a:pt x="1467" y="407"/>
                  </a:moveTo>
                  <a:lnTo>
                    <a:pt x="406" y="1467"/>
                  </a:lnTo>
                  <a:cubicBezTo>
                    <a:pt x="426" y="1478"/>
                    <a:pt x="446" y="1488"/>
                    <a:pt x="465" y="1496"/>
                  </a:cubicBezTo>
                  <a:lnTo>
                    <a:pt x="1496" y="466"/>
                  </a:lnTo>
                  <a:cubicBezTo>
                    <a:pt x="1487" y="446"/>
                    <a:pt x="1478" y="426"/>
                    <a:pt x="1467" y="407"/>
                  </a:cubicBezTo>
                  <a:moveTo>
                    <a:pt x="1334" y="1334"/>
                  </a:moveTo>
                  <a:cubicBezTo>
                    <a:pt x="1409" y="1259"/>
                    <a:pt x="1466" y="1172"/>
                    <a:pt x="1504" y="1080"/>
                  </a:cubicBezTo>
                  <a:lnTo>
                    <a:pt x="1079" y="1504"/>
                  </a:lnTo>
                  <a:cubicBezTo>
                    <a:pt x="1172" y="1466"/>
                    <a:pt x="1259" y="1409"/>
                    <a:pt x="1334" y="1334"/>
                  </a:cubicBezTo>
                  <a:moveTo>
                    <a:pt x="1396" y="300"/>
                  </a:moveTo>
                  <a:lnTo>
                    <a:pt x="299" y="1397"/>
                  </a:lnTo>
                  <a:cubicBezTo>
                    <a:pt x="316" y="1410"/>
                    <a:pt x="333" y="1422"/>
                    <a:pt x="350" y="1434"/>
                  </a:cubicBezTo>
                  <a:lnTo>
                    <a:pt x="1434" y="351"/>
                  </a:lnTo>
                  <a:cubicBezTo>
                    <a:pt x="1422" y="333"/>
                    <a:pt x="1410" y="316"/>
                    <a:pt x="1396" y="300"/>
                  </a:cubicBezTo>
                  <a:moveTo>
                    <a:pt x="950" y="1545"/>
                  </a:moveTo>
                  <a:lnTo>
                    <a:pt x="1544" y="951"/>
                  </a:lnTo>
                  <a:cubicBezTo>
                    <a:pt x="1552" y="916"/>
                    <a:pt x="1557" y="881"/>
                    <a:pt x="1560" y="846"/>
                  </a:cubicBezTo>
                  <a:lnTo>
                    <a:pt x="845" y="1560"/>
                  </a:lnTo>
                  <a:cubicBezTo>
                    <a:pt x="881" y="1557"/>
                    <a:pt x="916" y="1552"/>
                    <a:pt x="950" y="1545"/>
                  </a:cubicBezTo>
                  <a:moveTo>
                    <a:pt x="1555" y="673"/>
                  </a:moveTo>
                  <a:lnTo>
                    <a:pt x="673" y="1556"/>
                  </a:lnTo>
                  <a:cubicBezTo>
                    <a:pt x="700" y="1559"/>
                    <a:pt x="727" y="1561"/>
                    <a:pt x="755" y="1562"/>
                  </a:cubicBezTo>
                  <a:lnTo>
                    <a:pt x="1562" y="755"/>
                  </a:lnTo>
                  <a:cubicBezTo>
                    <a:pt x="1562" y="728"/>
                    <a:pt x="1559" y="700"/>
                    <a:pt x="1555" y="673"/>
                  </a:cubicBezTo>
                  <a:moveTo>
                    <a:pt x="1212" y="129"/>
                  </a:moveTo>
                  <a:lnTo>
                    <a:pt x="128" y="1212"/>
                  </a:lnTo>
                  <a:cubicBezTo>
                    <a:pt x="140" y="1229"/>
                    <a:pt x="153" y="1247"/>
                    <a:pt x="166" y="1264"/>
                  </a:cubicBezTo>
                  <a:lnTo>
                    <a:pt x="1263" y="166"/>
                  </a:lnTo>
                  <a:cubicBezTo>
                    <a:pt x="1246" y="153"/>
                    <a:pt x="1230" y="141"/>
                    <a:pt x="1212" y="129"/>
                  </a:cubicBezTo>
                  <a:moveTo>
                    <a:pt x="229" y="229"/>
                  </a:moveTo>
                  <a:cubicBezTo>
                    <a:pt x="153" y="304"/>
                    <a:pt x="97" y="391"/>
                    <a:pt x="58" y="483"/>
                  </a:cubicBezTo>
                  <a:lnTo>
                    <a:pt x="483" y="59"/>
                  </a:lnTo>
                  <a:cubicBezTo>
                    <a:pt x="390" y="97"/>
                    <a:pt x="304" y="153"/>
                    <a:pt x="229" y="229"/>
                  </a:cubicBezTo>
                  <a:moveTo>
                    <a:pt x="612" y="18"/>
                  </a:moveTo>
                  <a:lnTo>
                    <a:pt x="18" y="612"/>
                  </a:lnTo>
                  <a:cubicBezTo>
                    <a:pt x="10" y="647"/>
                    <a:pt x="5" y="682"/>
                    <a:pt x="2" y="717"/>
                  </a:cubicBezTo>
                  <a:lnTo>
                    <a:pt x="717" y="3"/>
                  </a:lnTo>
                  <a:cubicBezTo>
                    <a:pt x="681" y="6"/>
                    <a:pt x="647" y="11"/>
                    <a:pt x="612" y="18"/>
                  </a:cubicBezTo>
                  <a:moveTo>
                    <a:pt x="1334" y="229"/>
                  </a:moveTo>
                  <a:cubicBezTo>
                    <a:pt x="1326" y="221"/>
                    <a:pt x="1319" y="214"/>
                    <a:pt x="1311" y="207"/>
                  </a:cubicBezTo>
                  <a:lnTo>
                    <a:pt x="207" y="1311"/>
                  </a:lnTo>
                  <a:cubicBezTo>
                    <a:pt x="214" y="1319"/>
                    <a:pt x="221" y="1327"/>
                    <a:pt x="229" y="1334"/>
                  </a:cubicBezTo>
                  <a:cubicBezTo>
                    <a:pt x="236" y="1341"/>
                    <a:pt x="244" y="1349"/>
                    <a:pt x="251" y="1356"/>
                  </a:cubicBezTo>
                  <a:lnTo>
                    <a:pt x="1355" y="252"/>
                  </a:lnTo>
                  <a:cubicBezTo>
                    <a:pt x="1348" y="244"/>
                    <a:pt x="1342" y="236"/>
                    <a:pt x="1334" y="229"/>
                  </a:cubicBezTo>
                  <a:moveTo>
                    <a:pt x="808" y="0"/>
                  </a:moveTo>
                  <a:lnTo>
                    <a:pt x="0" y="808"/>
                  </a:lnTo>
                  <a:cubicBezTo>
                    <a:pt x="1" y="835"/>
                    <a:pt x="3" y="863"/>
                    <a:pt x="7" y="890"/>
                  </a:cubicBezTo>
                  <a:lnTo>
                    <a:pt x="889" y="8"/>
                  </a:lnTo>
                  <a:cubicBezTo>
                    <a:pt x="862" y="4"/>
                    <a:pt x="835" y="2"/>
                    <a:pt x="808" y="0"/>
                  </a:cubicBezTo>
                  <a:moveTo>
                    <a:pt x="1097" y="66"/>
                  </a:moveTo>
                  <a:lnTo>
                    <a:pt x="66" y="1097"/>
                  </a:lnTo>
                  <a:cubicBezTo>
                    <a:pt x="75" y="1117"/>
                    <a:pt x="85" y="1137"/>
                    <a:pt x="95" y="1156"/>
                  </a:cubicBezTo>
                  <a:lnTo>
                    <a:pt x="1156" y="96"/>
                  </a:lnTo>
                  <a:cubicBezTo>
                    <a:pt x="1137" y="85"/>
                    <a:pt x="1117" y="75"/>
                    <a:pt x="1097" y="66"/>
                  </a:cubicBezTo>
                  <a:moveTo>
                    <a:pt x="1033" y="41"/>
                  </a:moveTo>
                  <a:lnTo>
                    <a:pt x="41" y="1033"/>
                  </a:lnTo>
                  <a:cubicBezTo>
                    <a:pt x="33" y="1011"/>
                    <a:pt x="27" y="988"/>
                    <a:pt x="21" y="965"/>
                  </a:cubicBezTo>
                  <a:lnTo>
                    <a:pt x="964" y="21"/>
                  </a:lnTo>
                  <a:cubicBezTo>
                    <a:pt x="987" y="27"/>
                    <a:pt x="1010" y="34"/>
                    <a:pt x="1033" y="4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">
    <p:bg>
      <p:bgPr>
        <a:solidFill>
          <a:srgbClr val="FFFFFF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4"/>
          <p:cNvSpPr txBox="1">
            <a:spLocks noGrp="1"/>
          </p:cNvSpPr>
          <p:nvPr>
            <p:ph type="title"/>
          </p:nvPr>
        </p:nvSpPr>
        <p:spPr>
          <a:xfrm>
            <a:off x="720000" y="488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19" name="Google Shape;119;p14"/>
          <p:cNvGrpSpPr/>
          <p:nvPr/>
        </p:nvGrpSpPr>
        <p:grpSpPr>
          <a:xfrm>
            <a:off x="-751747" y="165434"/>
            <a:ext cx="10982286" cy="4832295"/>
            <a:chOff x="-751747" y="165434"/>
            <a:chExt cx="10982286" cy="4832295"/>
          </a:xfrm>
        </p:grpSpPr>
        <p:grpSp>
          <p:nvGrpSpPr>
            <p:cNvPr id="120" name="Google Shape;120;p14"/>
            <p:cNvGrpSpPr/>
            <p:nvPr/>
          </p:nvGrpSpPr>
          <p:grpSpPr>
            <a:xfrm>
              <a:off x="8500205" y="2759483"/>
              <a:ext cx="1730335" cy="2238246"/>
              <a:chOff x="5046120" y="494640"/>
              <a:chExt cx="1134720" cy="1467798"/>
            </a:xfrm>
          </p:grpSpPr>
          <p:sp>
            <p:nvSpPr>
              <p:cNvPr id="121" name="Google Shape;121;p14"/>
              <p:cNvSpPr/>
              <p:nvPr/>
            </p:nvSpPr>
            <p:spPr>
              <a:xfrm>
                <a:off x="5046120" y="494640"/>
                <a:ext cx="1134720" cy="1134720"/>
              </a:xfrm>
              <a:custGeom>
                <a:avLst/>
                <a:gdLst/>
                <a:ahLst/>
                <a:cxnLst/>
                <a:rect l="l" t="t" r="r" b="b"/>
                <a:pathLst>
                  <a:path w="3152" h="3152" extrusionOk="0">
                    <a:moveTo>
                      <a:pt x="433" y="3152"/>
                    </a:moveTo>
                    <a:cubicBezTo>
                      <a:pt x="318" y="3152"/>
                      <a:pt x="209" y="3107"/>
                      <a:pt x="127" y="3026"/>
                    </a:cubicBezTo>
                    <a:cubicBezTo>
                      <a:pt x="45" y="2944"/>
                      <a:pt x="0" y="2835"/>
                      <a:pt x="0" y="2720"/>
                    </a:cubicBezTo>
                    <a:cubicBezTo>
                      <a:pt x="0" y="2604"/>
                      <a:pt x="45" y="2495"/>
                      <a:pt x="127" y="2414"/>
                    </a:cubicBezTo>
                    <a:lnTo>
                      <a:pt x="2533" y="8"/>
                    </a:lnTo>
                    <a:cubicBezTo>
                      <a:pt x="2543" y="-3"/>
                      <a:pt x="2560" y="-3"/>
                      <a:pt x="2571" y="8"/>
                    </a:cubicBezTo>
                    <a:cubicBezTo>
                      <a:pt x="2582" y="19"/>
                      <a:pt x="2582" y="36"/>
                      <a:pt x="2571" y="46"/>
                    </a:cubicBezTo>
                    <a:lnTo>
                      <a:pt x="165" y="2452"/>
                    </a:lnTo>
                    <a:cubicBezTo>
                      <a:pt x="94" y="2523"/>
                      <a:pt x="55" y="2618"/>
                      <a:pt x="55" y="2720"/>
                    </a:cubicBezTo>
                    <a:cubicBezTo>
                      <a:pt x="55" y="2821"/>
                      <a:pt x="94" y="2916"/>
                      <a:pt x="165" y="2987"/>
                    </a:cubicBezTo>
                    <a:cubicBezTo>
                      <a:pt x="237" y="3059"/>
                      <a:pt x="332" y="3098"/>
                      <a:pt x="433" y="3098"/>
                    </a:cubicBezTo>
                    <a:cubicBezTo>
                      <a:pt x="534" y="3098"/>
                      <a:pt x="629" y="3059"/>
                      <a:pt x="701" y="2987"/>
                    </a:cubicBezTo>
                    <a:lnTo>
                      <a:pt x="3106" y="582"/>
                    </a:lnTo>
                    <a:cubicBezTo>
                      <a:pt x="3117" y="571"/>
                      <a:pt x="3134" y="571"/>
                      <a:pt x="3145" y="582"/>
                    </a:cubicBezTo>
                    <a:cubicBezTo>
                      <a:pt x="3155" y="592"/>
                      <a:pt x="3155" y="609"/>
                      <a:pt x="3145" y="620"/>
                    </a:cubicBezTo>
                    <a:lnTo>
                      <a:pt x="739" y="3026"/>
                    </a:lnTo>
                    <a:cubicBezTo>
                      <a:pt x="657" y="3107"/>
                      <a:pt x="549" y="3152"/>
                      <a:pt x="433" y="315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" name="Google Shape;122;p14"/>
              <p:cNvSpPr/>
              <p:nvPr/>
            </p:nvSpPr>
            <p:spPr>
              <a:xfrm>
                <a:off x="5146058" y="1700718"/>
                <a:ext cx="261720" cy="261720"/>
              </a:xfrm>
              <a:custGeom>
                <a:avLst/>
                <a:gdLst/>
                <a:ahLst/>
                <a:cxnLst/>
                <a:rect l="l" t="t" r="r" b="b"/>
                <a:pathLst>
                  <a:path w="727" h="727" extrusionOk="0">
                    <a:moveTo>
                      <a:pt x="363" y="727"/>
                    </a:moveTo>
                    <a:cubicBezTo>
                      <a:pt x="163" y="727"/>
                      <a:pt x="0" y="564"/>
                      <a:pt x="0" y="363"/>
                    </a:cubicBezTo>
                    <a:cubicBezTo>
                      <a:pt x="0" y="163"/>
                      <a:pt x="163" y="0"/>
                      <a:pt x="363" y="0"/>
                    </a:cubicBezTo>
                    <a:cubicBezTo>
                      <a:pt x="378" y="0"/>
                      <a:pt x="390" y="12"/>
                      <a:pt x="390" y="27"/>
                    </a:cubicBezTo>
                    <a:cubicBezTo>
                      <a:pt x="390" y="42"/>
                      <a:pt x="378" y="54"/>
                      <a:pt x="363" y="54"/>
                    </a:cubicBezTo>
                    <a:cubicBezTo>
                      <a:pt x="193" y="54"/>
                      <a:pt x="54" y="193"/>
                      <a:pt x="54" y="363"/>
                    </a:cubicBezTo>
                    <a:cubicBezTo>
                      <a:pt x="54" y="534"/>
                      <a:pt x="193" y="673"/>
                      <a:pt x="363" y="673"/>
                    </a:cubicBezTo>
                    <a:cubicBezTo>
                      <a:pt x="534" y="673"/>
                      <a:pt x="672" y="534"/>
                      <a:pt x="672" y="363"/>
                    </a:cubicBezTo>
                    <a:cubicBezTo>
                      <a:pt x="672" y="348"/>
                      <a:pt x="684" y="337"/>
                      <a:pt x="699" y="337"/>
                    </a:cubicBezTo>
                    <a:cubicBezTo>
                      <a:pt x="714" y="337"/>
                      <a:pt x="727" y="348"/>
                      <a:pt x="727" y="363"/>
                    </a:cubicBezTo>
                    <a:cubicBezTo>
                      <a:pt x="727" y="564"/>
                      <a:pt x="563" y="727"/>
                      <a:pt x="363" y="72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" name="Google Shape;123;p14"/>
              <p:cNvSpPr/>
              <p:nvPr/>
            </p:nvSpPr>
            <p:spPr>
              <a:xfrm>
                <a:off x="5195520" y="1364760"/>
                <a:ext cx="115200" cy="115200"/>
              </a:xfrm>
              <a:custGeom>
                <a:avLst/>
                <a:gdLst/>
                <a:ahLst/>
                <a:cxnLst/>
                <a:rect l="l" t="t" r="r" b="b"/>
                <a:pathLst>
                  <a:path w="320" h="320" extrusionOk="0">
                    <a:moveTo>
                      <a:pt x="160" y="54"/>
                    </a:moveTo>
                    <a:cubicBezTo>
                      <a:pt x="132" y="54"/>
                      <a:pt x="106" y="65"/>
                      <a:pt x="86" y="85"/>
                    </a:cubicBezTo>
                    <a:cubicBezTo>
                      <a:pt x="44" y="127"/>
                      <a:pt x="44" y="194"/>
                      <a:pt x="86" y="235"/>
                    </a:cubicBezTo>
                    <a:cubicBezTo>
                      <a:pt x="106" y="255"/>
                      <a:pt x="132" y="266"/>
                      <a:pt x="160" y="266"/>
                    </a:cubicBezTo>
                    <a:cubicBezTo>
                      <a:pt x="189" y="266"/>
                      <a:pt x="216" y="255"/>
                      <a:pt x="235" y="235"/>
                    </a:cubicBezTo>
                    <a:lnTo>
                      <a:pt x="235" y="235"/>
                    </a:lnTo>
                    <a:cubicBezTo>
                      <a:pt x="255" y="215"/>
                      <a:pt x="267" y="189"/>
                      <a:pt x="267" y="160"/>
                    </a:cubicBezTo>
                    <a:cubicBezTo>
                      <a:pt x="267" y="132"/>
                      <a:pt x="255" y="105"/>
                      <a:pt x="235" y="85"/>
                    </a:cubicBezTo>
                    <a:cubicBezTo>
                      <a:pt x="216" y="65"/>
                      <a:pt x="189" y="54"/>
                      <a:pt x="160" y="54"/>
                    </a:cubicBezTo>
                    <a:moveTo>
                      <a:pt x="160" y="320"/>
                    </a:moveTo>
                    <a:cubicBezTo>
                      <a:pt x="118" y="320"/>
                      <a:pt x="77" y="304"/>
                      <a:pt x="47" y="273"/>
                    </a:cubicBezTo>
                    <a:cubicBezTo>
                      <a:pt x="-15" y="211"/>
                      <a:pt x="-15" y="109"/>
                      <a:pt x="47" y="47"/>
                    </a:cubicBezTo>
                    <a:cubicBezTo>
                      <a:pt x="110" y="-15"/>
                      <a:pt x="211" y="-15"/>
                      <a:pt x="274" y="47"/>
                    </a:cubicBezTo>
                    <a:cubicBezTo>
                      <a:pt x="304" y="77"/>
                      <a:pt x="320" y="118"/>
                      <a:pt x="320" y="160"/>
                    </a:cubicBezTo>
                    <a:cubicBezTo>
                      <a:pt x="320" y="203"/>
                      <a:pt x="304" y="243"/>
                      <a:pt x="274" y="273"/>
                    </a:cubicBezTo>
                    <a:lnTo>
                      <a:pt x="274" y="274"/>
                    </a:lnTo>
                    <a:cubicBezTo>
                      <a:pt x="244" y="304"/>
                      <a:pt x="203" y="320"/>
                      <a:pt x="160" y="32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" name="Google Shape;124;p14"/>
              <p:cNvSpPr/>
              <p:nvPr/>
            </p:nvSpPr>
            <p:spPr>
              <a:xfrm>
                <a:off x="5342400" y="1218240"/>
                <a:ext cx="115200" cy="114840"/>
              </a:xfrm>
              <a:custGeom>
                <a:avLst/>
                <a:gdLst/>
                <a:ahLst/>
                <a:cxnLst/>
                <a:rect l="l" t="t" r="r" b="b"/>
                <a:pathLst>
                  <a:path w="320" h="319" extrusionOk="0">
                    <a:moveTo>
                      <a:pt x="160" y="53"/>
                    </a:moveTo>
                    <a:cubicBezTo>
                      <a:pt x="132" y="53"/>
                      <a:pt x="105" y="65"/>
                      <a:pt x="85" y="85"/>
                    </a:cubicBezTo>
                    <a:cubicBezTo>
                      <a:pt x="65" y="105"/>
                      <a:pt x="54" y="131"/>
                      <a:pt x="54" y="159"/>
                    </a:cubicBezTo>
                    <a:cubicBezTo>
                      <a:pt x="54" y="188"/>
                      <a:pt x="65" y="215"/>
                      <a:pt x="85" y="235"/>
                    </a:cubicBezTo>
                    <a:cubicBezTo>
                      <a:pt x="105" y="254"/>
                      <a:pt x="132" y="265"/>
                      <a:pt x="160" y="265"/>
                    </a:cubicBezTo>
                    <a:cubicBezTo>
                      <a:pt x="189" y="265"/>
                      <a:pt x="215" y="254"/>
                      <a:pt x="235" y="235"/>
                    </a:cubicBezTo>
                    <a:cubicBezTo>
                      <a:pt x="255" y="215"/>
                      <a:pt x="266" y="188"/>
                      <a:pt x="266" y="159"/>
                    </a:cubicBezTo>
                    <a:cubicBezTo>
                      <a:pt x="266" y="131"/>
                      <a:pt x="255" y="105"/>
                      <a:pt x="235" y="85"/>
                    </a:cubicBezTo>
                    <a:cubicBezTo>
                      <a:pt x="215" y="65"/>
                      <a:pt x="189" y="53"/>
                      <a:pt x="160" y="53"/>
                    </a:cubicBezTo>
                    <a:moveTo>
                      <a:pt x="160" y="319"/>
                    </a:moveTo>
                    <a:cubicBezTo>
                      <a:pt x="119" y="319"/>
                      <a:pt x="78" y="304"/>
                      <a:pt x="47" y="272"/>
                    </a:cubicBezTo>
                    <a:cubicBezTo>
                      <a:pt x="-16" y="210"/>
                      <a:pt x="-16" y="109"/>
                      <a:pt x="47" y="46"/>
                    </a:cubicBezTo>
                    <a:cubicBezTo>
                      <a:pt x="109" y="-16"/>
                      <a:pt x="211" y="-16"/>
                      <a:pt x="273" y="46"/>
                    </a:cubicBezTo>
                    <a:cubicBezTo>
                      <a:pt x="336" y="109"/>
                      <a:pt x="336" y="210"/>
                      <a:pt x="273" y="272"/>
                    </a:cubicBezTo>
                    <a:cubicBezTo>
                      <a:pt x="242" y="304"/>
                      <a:pt x="201" y="319"/>
                      <a:pt x="160" y="31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" name="Google Shape;125;p14"/>
              <p:cNvSpPr/>
              <p:nvPr/>
            </p:nvSpPr>
            <p:spPr>
              <a:xfrm>
                <a:off x="5489280" y="1071360"/>
                <a:ext cx="115200" cy="115200"/>
              </a:xfrm>
              <a:custGeom>
                <a:avLst/>
                <a:gdLst/>
                <a:ahLst/>
                <a:cxnLst/>
                <a:rect l="l" t="t" r="r" b="b"/>
                <a:pathLst>
                  <a:path w="320" h="320" extrusionOk="0">
                    <a:moveTo>
                      <a:pt x="160" y="54"/>
                    </a:moveTo>
                    <a:cubicBezTo>
                      <a:pt x="131" y="54"/>
                      <a:pt x="105" y="65"/>
                      <a:pt x="85" y="85"/>
                    </a:cubicBezTo>
                    <a:cubicBezTo>
                      <a:pt x="43" y="127"/>
                      <a:pt x="43" y="194"/>
                      <a:pt x="85" y="235"/>
                    </a:cubicBezTo>
                    <a:cubicBezTo>
                      <a:pt x="126" y="276"/>
                      <a:pt x="193" y="276"/>
                      <a:pt x="235" y="235"/>
                    </a:cubicBezTo>
                    <a:cubicBezTo>
                      <a:pt x="276" y="194"/>
                      <a:pt x="276" y="127"/>
                      <a:pt x="235" y="85"/>
                    </a:cubicBezTo>
                    <a:cubicBezTo>
                      <a:pt x="215" y="65"/>
                      <a:pt x="188" y="54"/>
                      <a:pt x="160" y="54"/>
                    </a:cubicBezTo>
                    <a:moveTo>
                      <a:pt x="160" y="320"/>
                    </a:moveTo>
                    <a:cubicBezTo>
                      <a:pt x="119" y="320"/>
                      <a:pt x="78" y="304"/>
                      <a:pt x="47" y="273"/>
                    </a:cubicBezTo>
                    <a:cubicBezTo>
                      <a:pt x="-16" y="210"/>
                      <a:pt x="-16" y="109"/>
                      <a:pt x="47" y="47"/>
                    </a:cubicBezTo>
                    <a:cubicBezTo>
                      <a:pt x="77" y="17"/>
                      <a:pt x="117" y="0"/>
                      <a:pt x="160" y="0"/>
                    </a:cubicBezTo>
                    <a:cubicBezTo>
                      <a:pt x="203" y="0"/>
                      <a:pt x="243" y="17"/>
                      <a:pt x="273" y="47"/>
                    </a:cubicBezTo>
                    <a:cubicBezTo>
                      <a:pt x="335" y="109"/>
                      <a:pt x="335" y="210"/>
                      <a:pt x="273" y="273"/>
                    </a:cubicBezTo>
                    <a:cubicBezTo>
                      <a:pt x="242" y="304"/>
                      <a:pt x="201" y="320"/>
                      <a:pt x="160" y="32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" name="Google Shape;126;p14"/>
              <p:cNvSpPr/>
              <p:nvPr/>
            </p:nvSpPr>
            <p:spPr>
              <a:xfrm>
                <a:off x="5636160" y="924480"/>
                <a:ext cx="115200" cy="115200"/>
              </a:xfrm>
              <a:custGeom>
                <a:avLst/>
                <a:gdLst/>
                <a:ahLst/>
                <a:cxnLst/>
                <a:rect l="l" t="t" r="r" b="b"/>
                <a:pathLst>
                  <a:path w="320" h="320" extrusionOk="0">
                    <a:moveTo>
                      <a:pt x="159" y="54"/>
                    </a:moveTo>
                    <a:cubicBezTo>
                      <a:pt x="132" y="54"/>
                      <a:pt x="105" y="65"/>
                      <a:pt x="85" y="85"/>
                    </a:cubicBezTo>
                    <a:cubicBezTo>
                      <a:pt x="65" y="105"/>
                      <a:pt x="53" y="132"/>
                      <a:pt x="53" y="160"/>
                    </a:cubicBezTo>
                    <a:cubicBezTo>
                      <a:pt x="53" y="189"/>
                      <a:pt x="65" y="215"/>
                      <a:pt x="85" y="235"/>
                    </a:cubicBezTo>
                    <a:cubicBezTo>
                      <a:pt x="104" y="255"/>
                      <a:pt x="131" y="266"/>
                      <a:pt x="159" y="266"/>
                    </a:cubicBezTo>
                    <a:cubicBezTo>
                      <a:pt x="188" y="266"/>
                      <a:pt x="214" y="255"/>
                      <a:pt x="234" y="235"/>
                    </a:cubicBezTo>
                    <a:cubicBezTo>
                      <a:pt x="254" y="215"/>
                      <a:pt x="265" y="189"/>
                      <a:pt x="265" y="160"/>
                    </a:cubicBezTo>
                    <a:cubicBezTo>
                      <a:pt x="265" y="132"/>
                      <a:pt x="254" y="105"/>
                      <a:pt x="234" y="85"/>
                    </a:cubicBezTo>
                    <a:cubicBezTo>
                      <a:pt x="213" y="65"/>
                      <a:pt x="186" y="54"/>
                      <a:pt x="159" y="54"/>
                    </a:cubicBezTo>
                    <a:moveTo>
                      <a:pt x="159" y="320"/>
                    </a:moveTo>
                    <a:cubicBezTo>
                      <a:pt x="118" y="320"/>
                      <a:pt x="77" y="305"/>
                      <a:pt x="46" y="274"/>
                    </a:cubicBezTo>
                    <a:cubicBezTo>
                      <a:pt x="16" y="243"/>
                      <a:pt x="0" y="203"/>
                      <a:pt x="0" y="160"/>
                    </a:cubicBezTo>
                    <a:cubicBezTo>
                      <a:pt x="0" y="118"/>
                      <a:pt x="16" y="77"/>
                      <a:pt x="46" y="47"/>
                    </a:cubicBezTo>
                    <a:cubicBezTo>
                      <a:pt x="109" y="-15"/>
                      <a:pt x="210" y="-15"/>
                      <a:pt x="273" y="47"/>
                    </a:cubicBezTo>
                    <a:cubicBezTo>
                      <a:pt x="335" y="110"/>
                      <a:pt x="335" y="211"/>
                      <a:pt x="273" y="274"/>
                    </a:cubicBezTo>
                    <a:cubicBezTo>
                      <a:pt x="242" y="305"/>
                      <a:pt x="201" y="320"/>
                      <a:pt x="159" y="32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7" name="Google Shape;127;p14"/>
            <p:cNvGrpSpPr/>
            <p:nvPr/>
          </p:nvGrpSpPr>
          <p:grpSpPr>
            <a:xfrm rot="-5400000">
              <a:off x="-218492" y="1163331"/>
              <a:ext cx="799841" cy="799292"/>
              <a:chOff x="6807240" y="2796480"/>
              <a:chExt cx="524520" cy="524160"/>
            </a:xfrm>
          </p:grpSpPr>
          <p:sp>
            <p:nvSpPr>
              <p:cNvPr id="128" name="Google Shape;128;p14"/>
              <p:cNvSpPr/>
              <p:nvPr/>
            </p:nvSpPr>
            <p:spPr>
              <a:xfrm>
                <a:off x="6807240" y="2796480"/>
                <a:ext cx="524520" cy="524160"/>
              </a:xfrm>
              <a:custGeom>
                <a:avLst/>
                <a:gdLst/>
                <a:ahLst/>
                <a:cxnLst/>
                <a:rect l="l" t="t" r="r" b="b"/>
                <a:pathLst>
                  <a:path w="1457" h="1456" extrusionOk="0">
                    <a:moveTo>
                      <a:pt x="729" y="1456"/>
                    </a:moveTo>
                    <a:cubicBezTo>
                      <a:pt x="327" y="1456"/>
                      <a:pt x="0" y="1130"/>
                      <a:pt x="0" y="728"/>
                    </a:cubicBezTo>
                    <a:cubicBezTo>
                      <a:pt x="0" y="327"/>
                      <a:pt x="327" y="0"/>
                      <a:pt x="729" y="0"/>
                    </a:cubicBezTo>
                    <a:cubicBezTo>
                      <a:pt x="744" y="0"/>
                      <a:pt x="756" y="12"/>
                      <a:pt x="756" y="27"/>
                    </a:cubicBezTo>
                    <a:cubicBezTo>
                      <a:pt x="756" y="42"/>
                      <a:pt x="744" y="54"/>
                      <a:pt x="729" y="54"/>
                    </a:cubicBezTo>
                    <a:cubicBezTo>
                      <a:pt x="357" y="54"/>
                      <a:pt x="55" y="356"/>
                      <a:pt x="55" y="728"/>
                    </a:cubicBezTo>
                    <a:cubicBezTo>
                      <a:pt x="55" y="1100"/>
                      <a:pt x="357" y="1402"/>
                      <a:pt x="729" y="1402"/>
                    </a:cubicBezTo>
                    <a:cubicBezTo>
                      <a:pt x="1101" y="1402"/>
                      <a:pt x="1403" y="1100"/>
                      <a:pt x="1403" y="728"/>
                    </a:cubicBezTo>
                    <a:cubicBezTo>
                      <a:pt x="1403" y="713"/>
                      <a:pt x="1415" y="701"/>
                      <a:pt x="1430" y="701"/>
                    </a:cubicBezTo>
                    <a:cubicBezTo>
                      <a:pt x="1445" y="701"/>
                      <a:pt x="1457" y="713"/>
                      <a:pt x="1457" y="728"/>
                    </a:cubicBezTo>
                    <a:cubicBezTo>
                      <a:pt x="1457" y="1130"/>
                      <a:pt x="1130" y="1456"/>
                      <a:pt x="729" y="145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" name="Google Shape;129;p14"/>
              <p:cNvSpPr/>
              <p:nvPr/>
            </p:nvSpPr>
            <p:spPr>
              <a:xfrm>
                <a:off x="6892920" y="2881800"/>
                <a:ext cx="353520" cy="353520"/>
              </a:xfrm>
              <a:custGeom>
                <a:avLst/>
                <a:gdLst/>
                <a:ahLst/>
                <a:cxnLst/>
                <a:rect l="l" t="t" r="r" b="b"/>
                <a:pathLst>
                  <a:path w="982" h="982" extrusionOk="0">
                    <a:moveTo>
                      <a:pt x="491" y="271"/>
                    </a:moveTo>
                    <a:cubicBezTo>
                      <a:pt x="370" y="271"/>
                      <a:pt x="271" y="370"/>
                      <a:pt x="271" y="491"/>
                    </a:cubicBezTo>
                    <a:cubicBezTo>
                      <a:pt x="271" y="612"/>
                      <a:pt x="370" y="711"/>
                      <a:pt x="491" y="711"/>
                    </a:cubicBezTo>
                    <a:cubicBezTo>
                      <a:pt x="612" y="711"/>
                      <a:pt x="711" y="612"/>
                      <a:pt x="711" y="491"/>
                    </a:cubicBezTo>
                    <a:cubicBezTo>
                      <a:pt x="711" y="370"/>
                      <a:pt x="612" y="271"/>
                      <a:pt x="491" y="271"/>
                    </a:cubicBezTo>
                    <a:moveTo>
                      <a:pt x="491" y="982"/>
                    </a:moveTo>
                    <a:cubicBezTo>
                      <a:pt x="220" y="982"/>
                      <a:pt x="0" y="762"/>
                      <a:pt x="0" y="491"/>
                    </a:cubicBezTo>
                    <a:cubicBezTo>
                      <a:pt x="0" y="221"/>
                      <a:pt x="220" y="0"/>
                      <a:pt x="491" y="0"/>
                    </a:cubicBezTo>
                    <a:cubicBezTo>
                      <a:pt x="761" y="0"/>
                      <a:pt x="982" y="221"/>
                      <a:pt x="982" y="491"/>
                    </a:cubicBezTo>
                    <a:cubicBezTo>
                      <a:pt x="982" y="762"/>
                      <a:pt x="761" y="982"/>
                      <a:pt x="491" y="98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0" name="Google Shape;130;p14"/>
            <p:cNvGrpSpPr/>
            <p:nvPr/>
          </p:nvGrpSpPr>
          <p:grpSpPr>
            <a:xfrm rot="5400000">
              <a:off x="-751747" y="165434"/>
              <a:ext cx="1218700" cy="1218700"/>
              <a:chOff x="5033520" y="2269080"/>
              <a:chExt cx="799200" cy="799200"/>
            </a:xfrm>
          </p:grpSpPr>
          <p:sp>
            <p:nvSpPr>
              <p:cNvPr id="131" name="Google Shape;131;p14"/>
              <p:cNvSpPr/>
              <p:nvPr/>
            </p:nvSpPr>
            <p:spPr>
              <a:xfrm>
                <a:off x="5033520" y="2269080"/>
                <a:ext cx="799200" cy="799200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2220" extrusionOk="0">
                    <a:moveTo>
                      <a:pt x="1110" y="2220"/>
                    </a:moveTo>
                    <a:cubicBezTo>
                      <a:pt x="498" y="2220"/>
                      <a:pt x="0" y="1722"/>
                      <a:pt x="0" y="1110"/>
                    </a:cubicBezTo>
                    <a:cubicBezTo>
                      <a:pt x="0" y="498"/>
                      <a:pt x="498" y="0"/>
                      <a:pt x="1110" y="0"/>
                    </a:cubicBezTo>
                    <a:lnTo>
                      <a:pt x="1110" y="54"/>
                    </a:lnTo>
                    <a:cubicBezTo>
                      <a:pt x="528" y="54"/>
                      <a:pt x="54" y="528"/>
                      <a:pt x="54" y="1110"/>
                    </a:cubicBezTo>
                    <a:cubicBezTo>
                      <a:pt x="54" y="1692"/>
                      <a:pt x="528" y="2166"/>
                      <a:pt x="1110" y="2166"/>
                    </a:cubicBezTo>
                    <a:cubicBezTo>
                      <a:pt x="1693" y="2166"/>
                      <a:pt x="2167" y="1692"/>
                      <a:pt x="2167" y="1110"/>
                    </a:cubicBezTo>
                    <a:lnTo>
                      <a:pt x="2220" y="1110"/>
                    </a:lnTo>
                    <a:cubicBezTo>
                      <a:pt x="2220" y="1722"/>
                      <a:pt x="1723" y="2220"/>
                      <a:pt x="1110" y="222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" name="Google Shape;132;p14"/>
              <p:cNvSpPr/>
              <p:nvPr/>
            </p:nvSpPr>
            <p:spPr>
              <a:xfrm>
                <a:off x="5148360" y="2383920"/>
                <a:ext cx="569880" cy="569520"/>
              </a:xfrm>
              <a:custGeom>
                <a:avLst/>
                <a:gdLst/>
                <a:ahLst/>
                <a:cxnLst/>
                <a:rect l="l" t="t" r="r" b="b"/>
                <a:pathLst>
                  <a:path w="1583" h="1582" extrusionOk="0">
                    <a:moveTo>
                      <a:pt x="791" y="54"/>
                    </a:moveTo>
                    <a:cubicBezTo>
                      <a:pt x="385" y="54"/>
                      <a:pt x="54" y="385"/>
                      <a:pt x="54" y="791"/>
                    </a:cubicBezTo>
                    <a:cubicBezTo>
                      <a:pt x="54" y="1197"/>
                      <a:pt x="385" y="1528"/>
                      <a:pt x="791" y="1528"/>
                    </a:cubicBezTo>
                    <a:cubicBezTo>
                      <a:pt x="1198" y="1528"/>
                      <a:pt x="1528" y="1197"/>
                      <a:pt x="1528" y="791"/>
                    </a:cubicBezTo>
                    <a:cubicBezTo>
                      <a:pt x="1528" y="385"/>
                      <a:pt x="1198" y="54"/>
                      <a:pt x="791" y="54"/>
                    </a:cubicBezTo>
                    <a:moveTo>
                      <a:pt x="791" y="1582"/>
                    </a:moveTo>
                    <a:cubicBezTo>
                      <a:pt x="355" y="1582"/>
                      <a:pt x="0" y="1227"/>
                      <a:pt x="0" y="791"/>
                    </a:cubicBezTo>
                    <a:cubicBezTo>
                      <a:pt x="0" y="355"/>
                      <a:pt x="355" y="0"/>
                      <a:pt x="791" y="0"/>
                    </a:cubicBezTo>
                    <a:cubicBezTo>
                      <a:pt x="1228" y="0"/>
                      <a:pt x="1583" y="355"/>
                      <a:pt x="1583" y="791"/>
                    </a:cubicBezTo>
                    <a:cubicBezTo>
                      <a:pt x="1583" y="1227"/>
                      <a:pt x="1228" y="1582"/>
                      <a:pt x="791" y="158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" name="Google Shape;133;p14"/>
              <p:cNvSpPr/>
              <p:nvPr/>
            </p:nvSpPr>
            <p:spPr>
              <a:xfrm>
                <a:off x="5263200" y="2498760"/>
                <a:ext cx="340200" cy="339840"/>
              </a:xfrm>
              <a:custGeom>
                <a:avLst/>
                <a:gdLst/>
                <a:ahLst/>
                <a:cxnLst/>
                <a:rect l="l" t="t" r="r" b="b"/>
                <a:pathLst>
                  <a:path w="945" h="944" extrusionOk="0">
                    <a:moveTo>
                      <a:pt x="472" y="54"/>
                    </a:moveTo>
                    <a:cubicBezTo>
                      <a:pt x="242" y="54"/>
                      <a:pt x="54" y="241"/>
                      <a:pt x="54" y="472"/>
                    </a:cubicBezTo>
                    <a:cubicBezTo>
                      <a:pt x="54" y="703"/>
                      <a:pt x="242" y="890"/>
                      <a:pt x="472" y="890"/>
                    </a:cubicBezTo>
                    <a:cubicBezTo>
                      <a:pt x="703" y="890"/>
                      <a:pt x="891" y="703"/>
                      <a:pt x="891" y="472"/>
                    </a:cubicBezTo>
                    <a:cubicBezTo>
                      <a:pt x="891" y="241"/>
                      <a:pt x="703" y="54"/>
                      <a:pt x="472" y="54"/>
                    </a:cubicBezTo>
                    <a:moveTo>
                      <a:pt x="472" y="944"/>
                    </a:moveTo>
                    <a:cubicBezTo>
                      <a:pt x="212" y="944"/>
                      <a:pt x="0" y="733"/>
                      <a:pt x="0" y="472"/>
                    </a:cubicBezTo>
                    <a:cubicBezTo>
                      <a:pt x="0" y="212"/>
                      <a:pt x="212" y="0"/>
                      <a:pt x="472" y="0"/>
                    </a:cubicBezTo>
                    <a:cubicBezTo>
                      <a:pt x="733" y="0"/>
                      <a:pt x="945" y="212"/>
                      <a:pt x="945" y="472"/>
                    </a:cubicBezTo>
                    <a:cubicBezTo>
                      <a:pt x="945" y="733"/>
                      <a:pt x="733" y="944"/>
                      <a:pt x="472" y="9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_1">
    <p:bg>
      <p:bgPr>
        <a:solidFill>
          <a:srgbClr val="FFFFFF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5"/>
          <p:cNvSpPr txBox="1">
            <a:spLocks noGrp="1"/>
          </p:cNvSpPr>
          <p:nvPr>
            <p:ph type="title"/>
          </p:nvPr>
        </p:nvSpPr>
        <p:spPr>
          <a:xfrm>
            <a:off x="720000" y="488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36" name="Google Shape;136;p15"/>
          <p:cNvGrpSpPr/>
          <p:nvPr/>
        </p:nvGrpSpPr>
        <p:grpSpPr>
          <a:xfrm>
            <a:off x="-83675" y="3125065"/>
            <a:ext cx="9933867" cy="2244971"/>
            <a:chOff x="-83675" y="3125065"/>
            <a:chExt cx="9933867" cy="2244971"/>
          </a:xfrm>
        </p:grpSpPr>
        <p:sp>
          <p:nvSpPr>
            <p:cNvPr id="137" name="Google Shape;137;p15"/>
            <p:cNvSpPr/>
            <p:nvPr/>
          </p:nvSpPr>
          <p:spPr>
            <a:xfrm>
              <a:off x="-83675" y="4384642"/>
              <a:ext cx="488484" cy="489063"/>
            </a:xfrm>
            <a:custGeom>
              <a:avLst/>
              <a:gdLst/>
              <a:ahLst/>
              <a:cxnLst/>
              <a:rect l="l" t="t" r="r" b="b"/>
              <a:pathLst>
                <a:path w="844" h="845" extrusionOk="0">
                  <a:moveTo>
                    <a:pt x="420" y="845"/>
                  </a:moveTo>
                  <a:cubicBezTo>
                    <a:pt x="412" y="845"/>
                    <a:pt x="406" y="843"/>
                    <a:pt x="400" y="837"/>
                  </a:cubicBezTo>
                  <a:cubicBezTo>
                    <a:pt x="390" y="827"/>
                    <a:pt x="390" y="809"/>
                    <a:pt x="400" y="799"/>
                  </a:cubicBezTo>
                  <a:lnTo>
                    <a:pt x="717" y="483"/>
                  </a:lnTo>
                  <a:cubicBezTo>
                    <a:pt x="814" y="385"/>
                    <a:pt x="814" y="226"/>
                    <a:pt x="717" y="128"/>
                  </a:cubicBezTo>
                  <a:cubicBezTo>
                    <a:pt x="670" y="81"/>
                    <a:pt x="607" y="54"/>
                    <a:pt x="540" y="54"/>
                  </a:cubicBezTo>
                  <a:cubicBezTo>
                    <a:pt x="473" y="54"/>
                    <a:pt x="410" y="81"/>
                    <a:pt x="362" y="128"/>
                  </a:cubicBezTo>
                  <a:lnTo>
                    <a:pt x="46" y="444"/>
                  </a:lnTo>
                  <a:cubicBezTo>
                    <a:pt x="36" y="455"/>
                    <a:pt x="18" y="455"/>
                    <a:pt x="7" y="444"/>
                  </a:cubicBezTo>
                  <a:cubicBezTo>
                    <a:pt x="-3" y="434"/>
                    <a:pt x="-3" y="417"/>
                    <a:pt x="7" y="406"/>
                  </a:cubicBezTo>
                  <a:lnTo>
                    <a:pt x="324" y="90"/>
                  </a:lnTo>
                  <a:cubicBezTo>
                    <a:pt x="382" y="32"/>
                    <a:pt x="459" y="0"/>
                    <a:pt x="540" y="0"/>
                  </a:cubicBezTo>
                  <a:cubicBezTo>
                    <a:pt x="621" y="0"/>
                    <a:pt x="698" y="32"/>
                    <a:pt x="755" y="90"/>
                  </a:cubicBezTo>
                  <a:cubicBezTo>
                    <a:pt x="874" y="208"/>
                    <a:pt x="874" y="402"/>
                    <a:pt x="755" y="520"/>
                  </a:cubicBezTo>
                  <a:lnTo>
                    <a:pt x="439" y="837"/>
                  </a:lnTo>
                  <a:cubicBezTo>
                    <a:pt x="433" y="843"/>
                    <a:pt x="426" y="845"/>
                    <a:pt x="420" y="8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8" name="Google Shape;138;p15"/>
            <p:cNvGrpSpPr/>
            <p:nvPr/>
          </p:nvGrpSpPr>
          <p:grpSpPr>
            <a:xfrm>
              <a:off x="189602" y="4465986"/>
              <a:ext cx="782500" cy="782500"/>
              <a:chOff x="189602" y="4465986"/>
              <a:chExt cx="782500" cy="782500"/>
            </a:xfrm>
          </p:grpSpPr>
          <p:sp>
            <p:nvSpPr>
              <p:cNvPr id="139" name="Google Shape;139;p15"/>
              <p:cNvSpPr/>
              <p:nvPr/>
            </p:nvSpPr>
            <p:spPr>
              <a:xfrm>
                <a:off x="286835" y="4816143"/>
                <a:ext cx="335109" cy="335109"/>
              </a:xfrm>
              <a:custGeom>
                <a:avLst/>
                <a:gdLst/>
                <a:ahLst/>
                <a:cxnLst/>
                <a:rect l="l" t="t" r="r" b="b"/>
                <a:pathLst>
                  <a:path w="579" h="579" extrusionOk="0">
                    <a:moveTo>
                      <a:pt x="289" y="54"/>
                    </a:moveTo>
                    <a:cubicBezTo>
                      <a:pt x="160" y="54"/>
                      <a:pt x="54" y="160"/>
                      <a:pt x="54" y="290"/>
                    </a:cubicBezTo>
                    <a:cubicBezTo>
                      <a:pt x="54" y="420"/>
                      <a:pt x="160" y="525"/>
                      <a:pt x="289" y="525"/>
                    </a:cubicBezTo>
                    <a:cubicBezTo>
                      <a:pt x="419" y="525"/>
                      <a:pt x="525" y="420"/>
                      <a:pt x="525" y="290"/>
                    </a:cubicBezTo>
                    <a:cubicBezTo>
                      <a:pt x="525" y="160"/>
                      <a:pt x="419" y="54"/>
                      <a:pt x="289" y="54"/>
                    </a:cubicBezTo>
                    <a:moveTo>
                      <a:pt x="289" y="579"/>
                    </a:moveTo>
                    <a:cubicBezTo>
                      <a:pt x="130" y="579"/>
                      <a:pt x="0" y="449"/>
                      <a:pt x="0" y="290"/>
                    </a:cubicBezTo>
                    <a:cubicBezTo>
                      <a:pt x="0" y="130"/>
                      <a:pt x="130" y="0"/>
                      <a:pt x="289" y="0"/>
                    </a:cubicBezTo>
                    <a:cubicBezTo>
                      <a:pt x="449" y="0"/>
                      <a:pt x="579" y="130"/>
                      <a:pt x="579" y="290"/>
                    </a:cubicBezTo>
                    <a:cubicBezTo>
                      <a:pt x="579" y="449"/>
                      <a:pt x="449" y="579"/>
                      <a:pt x="289" y="57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" name="Google Shape;140;p15"/>
              <p:cNvSpPr/>
              <p:nvPr/>
            </p:nvSpPr>
            <p:spPr>
              <a:xfrm>
                <a:off x="189602" y="4465986"/>
                <a:ext cx="782500" cy="782500"/>
              </a:xfrm>
              <a:custGeom>
                <a:avLst/>
                <a:gdLst/>
                <a:ahLst/>
                <a:cxnLst/>
                <a:rect l="l" t="t" r="r" b="b"/>
                <a:pathLst>
                  <a:path w="1352" h="1352" extrusionOk="0">
                    <a:moveTo>
                      <a:pt x="27" y="1352"/>
                    </a:moveTo>
                    <a:cubicBezTo>
                      <a:pt x="20" y="1352"/>
                      <a:pt x="13" y="1350"/>
                      <a:pt x="8" y="1344"/>
                    </a:cubicBezTo>
                    <a:cubicBezTo>
                      <a:pt x="-3" y="1334"/>
                      <a:pt x="-3" y="1317"/>
                      <a:pt x="8" y="1306"/>
                    </a:cubicBezTo>
                    <a:lnTo>
                      <a:pt x="1306" y="7"/>
                    </a:lnTo>
                    <a:cubicBezTo>
                      <a:pt x="1317" y="-3"/>
                      <a:pt x="1334" y="-3"/>
                      <a:pt x="1345" y="7"/>
                    </a:cubicBezTo>
                    <a:cubicBezTo>
                      <a:pt x="1355" y="18"/>
                      <a:pt x="1355" y="35"/>
                      <a:pt x="1345" y="46"/>
                    </a:cubicBezTo>
                    <a:lnTo>
                      <a:pt x="46" y="1344"/>
                    </a:lnTo>
                    <a:cubicBezTo>
                      <a:pt x="41" y="1350"/>
                      <a:pt x="34" y="1352"/>
                      <a:pt x="27" y="135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1" name="Google Shape;141;p15"/>
            <p:cNvGrpSpPr/>
            <p:nvPr/>
          </p:nvGrpSpPr>
          <p:grpSpPr>
            <a:xfrm>
              <a:off x="8156705" y="3125065"/>
              <a:ext cx="1693487" cy="1526222"/>
              <a:chOff x="6711840" y="214920"/>
              <a:chExt cx="1053360" cy="949320"/>
            </a:xfrm>
          </p:grpSpPr>
          <p:sp>
            <p:nvSpPr>
              <p:cNvPr id="142" name="Google Shape;142;p15"/>
              <p:cNvSpPr/>
              <p:nvPr/>
            </p:nvSpPr>
            <p:spPr>
              <a:xfrm>
                <a:off x="6711840" y="455760"/>
                <a:ext cx="708480" cy="708480"/>
              </a:xfrm>
              <a:custGeom>
                <a:avLst/>
                <a:gdLst/>
                <a:ahLst/>
                <a:cxnLst/>
                <a:rect l="l" t="t" r="r" b="b"/>
                <a:pathLst>
                  <a:path w="1968" h="1968" extrusionOk="0">
                    <a:moveTo>
                      <a:pt x="27" y="1968"/>
                    </a:moveTo>
                    <a:cubicBezTo>
                      <a:pt x="20" y="1968"/>
                      <a:pt x="13" y="1966"/>
                      <a:pt x="8" y="1961"/>
                    </a:cubicBezTo>
                    <a:cubicBezTo>
                      <a:pt x="-3" y="1950"/>
                      <a:pt x="-3" y="1933"/>
                      <a:pt x="8" y="1922"/>
                    </a:cubicBezTo>
                    <a:lnTo>
                      <a:pt x="1922" y="8"/>
                    </a:lnTo>
                    <a:cubicBezTo>
                      <a:pt x="1933" y="-3"/>
                      <a:pt x="1950" y="-3"/>
                      <a:pt x="1960" y="8"/>
                    </a:cubicBezTo>
                    <a:cubicBezTo>
                      <a:pt x="1971" y="18"/>
                      <a:pt x="1971" y="36"/>
                      <a:pt x="1960" y="46"/>
                    </a:cubicBezTo>
                    <a:lnTo>
                      <a:pt x="46" y="1961"/>
                    </a:lnTo>
                    <a:cubicBezTo>
                      <a:pt x="41" y="1966"/>
                      <a:pt x="34" y="1968"/>
                      <a:pt x="27" y="19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" name="Google Shape;143;p15"/>
              <p:cNvSpPr/>
              <p:nvPr/>
            </p:nvSpPr>
            <p:spPr>
              <a:xfrm>
                <a:off x="7056360" y="214920"/>
                <a:ext cx="708840" cy="708840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1969" extrusionOk="0">
                    <a:moveTo>
                      <a:pt x="27" y="1969"/>
                    </a:moveTo>
                    <a:cubicBezTo>
                      <a:pt x="20" y="1969"/>
                      <a:pt x="13" y="1965"/>
                      <a:pt x="8" y="1960"/>
                    </a:cubicBezTo>
                    <a:cubicBezTo>
                      <a:pt x="-3" y="1950"/>
                      <a:pt x="-3" y="1933"/>
                      <a:pt x="8" y="1922"/>
                    </a:cubicBezTo>
                    <a:lnTo>
                      <a:pt x="1922" y="8"/>
                    </a:lnTo>
                    <a:cubicBezTo>
                      <a:pt x="1933" y="-3"/>
                      <a:pt x="1950" y="-3"/>
                      <a:pt x="1961" y="8"/>
                    </a:cubicBezTo>
                    <a:cubicBezTo>
                      <a:pt x="1972" y="18"/>
                      <a:pt x="1972" y="35"/>
                      <a:pt x="1961" y="46"/>
                    </a:cubicBezTo>
                    <a:lnTo>
                      <a:pt x="46" y="1960"/>
                    </a:lnTo>
                    <a:cubicBezTo>
                      <a:pt x="41" y="1965"/>
                      <a:pt x="34" y="1969"/>
                      <a:pt x="27" y="196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4" name="Google Shape;144;p15"/>
            <p:cNvSpPr/>
            <p:nvPr/>
          </p:nvSpPr>
          <p:spPr>
            <a:xfrm>
              <a:off x="8313297" y="4465978"/>
              <a:ext cx="904062" cy="904058"/>
            </a:xfrm>
            <a:custGeom>
              <a:avLst/>
              <a:gdLst/>
              <a:ahLst/>
              <a:cxnLst/>
              <a:rect l="l" t="t" r="r" b="b"/>
              <a:pathLst>
                <a:path w="1562" h="1562" extrusionOk="0">
                  <a:moveTo>
                    <a:pt x="1521" y="530"/>
                  </a:moveTo>
                  <a:lnTo>
                    <a:pt x="529" y="1521"/>
                  </a:lnTo>
                  <a:cubicBezTo>
                    <a:pt x="552" y="1529"/>
                    <a:pt x="575" y="1536"/>
                    <a:pt x="598" y="1541"/>
                  </a:cubicBezTo>
                  <a:lnTo>
                    <a:pt x="1541" y="598"/>
                  </a:lnTo>
                  <a:cubicBezTo>
                    <a:pt x="1535" y="575"/>
                    <a:pt x="1529" y="552"/>
                    <a:pt x="1521" y="530"/>
                  </a:cubicBezTo>
                  <a:moveTo>
                    <a:pt x="1467" y="407"/>
                  </a:moveTo>
                  <a:lnTo>
                    <a:pt x="406" y="1467"/>
                  </a:lnTo>
                  <a:cubicBezTo>
                    <a:pt x="426" y="1478"/>
                    <a:pt x="446" y="1488"/>
                    <a:pt x="465" y="1496"/>
                  </a:cubicBezTo>
                  <a:lnTo>
                    <a:pt x="1496" y="466"/>
                  </a:lnTo>
                  <a:cubicBezTo>
                    <a:pt x="1487" y="446"/>
                    <a:pt x="1478" y="426"/>
                    <a:pt x="1467" y="407"/>
                  </a:cubicBezTo>
                  <a:moveTo>
                    <a:pt x="1334" y="1334"/>
                  </a:moveTo>
                  <a:cubicBezTo>
                    <a:pt x="1409" y="1259"/>
                    <a:pt x="1466" y="1172"/>
                    <a:pt x="1504" y="1080"/>
                  </a:cubicBezTo>
                  <a:lnTo>
                    <a:pt x="1079" y="1504"/>
                  </a:lnTo>
                  <a:cubicBezTo>
                    <a:pt x="1172" y="1466"/>
                    <a:pt x="1259" y="1409"/>
                    <a:pt x="1334" y="1334"/>
                  </a:cubicBezTo>
                  <a:moveTo>
                    <a:pt x="1396" y="300"/>
                  </a:moveTo>
                  <a:lnTo>
                    <a:pt x="299" y="1397"/>
                  </a:lnTo>
                  <a:cubicBezTo>
                    <a:pt x="316" y="1410"/>
                    <a:pt x="333" y="1422"/>
                    <a:pt x="350" y="1434"/>
                  </a:cubicBezTo>
                  <a:lnTo>
                    <a:pt x="1434" y="351"/>
                  </a:lnTo>
                  <a:cubicBezTo>
                    <a:pt x="1422" y="333"/>
                    <a:pt x="1410" y="316"/>
                    <a:pt x="1396" y="300"/>
                  </a:cubicBezTo>
                  <a:moveTo>
                    <a:pt x="950" y="1545"/>
                  </a:moveTo>
                  <a:lnTo>
                    <a:pt x="1544" y="951"/>
                  </a:lnTo>
                  <a:cubicBezTo>
                    <a:pt x="1552" y="916"/>
                    <a:pt x="1557" y="881"/>
                    <a:pt x="1560" y="846"/>
                  </a:cubicBezTo>
                  <a:lnTo>
                    <a:pt x="845" y="1560"/>
                  </a:lnTo>
                  <a:cubicBezTo>
                    <a:pt x="881" y="1557"/>
                    <a:pt x="916" y="1552"/>
                    <a:pt x="950" y="1545"/>
                  </a:cubicBezTo>
                  <a:moveTo>
                    <a:pt x="1555" y="673"/>
                  </a:moveTo>
                  <a:lnTo>
                    <a:pt x="673" y="1556"/>
                  </a:lnTo>
                  <a:cubicBezTo>
                    <a:pt x="700" y="1559"/>
                    <a:pt x="727" y="1561"/>
                    <a:pt x="755" y="1562"/>
                  </a:cubicBezTo>
                  <a:lnTo>
                    <a:pt x="1562" y="755"/>
                  </a:lnTo>
                  <a:cubicBezTo>
                    <a:pt x="1562" y="728"/>
                    <a:pt x="1559" y="700"/>
                    <a:pt x="1555" y="673"/>
                  </a:cubicBezTo>
                  <a:moveTo>
                    <a:pt x="1212" y="129"/>
                  </a:moveTo>
                  <a:lnTo>
                    <a:pt x="128" y="1212"/>
                  </a:lnTo>
                  <a:cubicBezTo>
                    <a:pt x="140" y="1229"/>
                    <a:pt x="153" y="1247"/>
                    <a:pt x="166" y="1264"/>
                  </a:cubicBezTo>
                  <a:lnTo>
                    <a:pt x="1263" y="166"/>
                  </a:lnTo>
                  <a:cubicBezTo>
                    <a:pt x="1246" y="153"/>
                    <a:pt x="1230" y="141"/>
                    <a:pt x="1212" y="129"/>
                  </a:cubicBezTo>
                  <a:moveTo>
                    <a:pt x="229" y="229"/>
                  </a:moveTo>
                  <a:cubicBezTo>
                    <a:pt x="153" y="304"/>
                    <a:pt x="97" y="391"/>
                    <a:pt x="58" y="483"/>
                  </a:cubicBezTo>
                  <a:lnTo>
                    <a:pt x="483" y="59"/>
                  </a:lnTo>
                  <a:cubicBezTo>
                    <a:pt x="390" y="97"/>
                    <a:pt x="304" y="153"/>
                    <a:pt x="229" y="229"/>
                  </a:cubicBezTo>
                  <a:moveTo>
                    <a:pt x="612" y="18"/>
                  </a:moveTo>
                  <a:lnTo>
                    <a:pt x="18" y="612"/>
                  </a:lnTo>
                  <a:cubicBezTo>
                    <a:pt x="10" y="647"/>
                    <a:pt x="5" y="682"/>
                    <a:pt x="2" y="717"/>
                  </a:cubicBezTo>
                  <a:lnTo>
                    <a:pt x="717" y="3"/>
                  </a:lnTo>
                  <a:cubicBezTo>
                    <a:pt x="681" y="6"/>
                    <a:pt x="647" y="11"/>
                    <a:pt x="612" y="18"/>
                  </a:cubicBezTo>
                  <a:moveTo>
                    <a:pt x="1334" y="229"/>
                  </a:moveTo>
                  <a:cubicBezTo>
                    <a:pt x="1326" y="221"/>
                    <a:pt x="1319" y="214"/>
                    <a:pt x="1311" y="207"/>
                  </a:cubicBezTo>
                  <a:lnTo>
                    <a:pt x="207" y="1311"/>
                  </a:lnTo>
                  <a:cubicBezTo>
                    <a:pt x="214" y="1319"/>
                    <a:pt x="221" y="1327"/>
                    <a:pt x="229" y="1334"/>
                  </a:cubicBezTo>
                  <a:cubicBezTo>
                    <a:pt x="236" y="1341"/>
                    <a:pt x="244" y="1349"/>
                    <a:pt x="251" y="1356"/>
                  </a:cubicBezTo>
                  <a:lnTo>
                    <a:pt x="1355" y="252"/>
                  </a:lnTo>
                  <a:cubicBezTo>
                    <a:pt x="1348" y="244"/>
                    <a:pt x="1342" y="236"/>
                    <a:pt x="1334" y="229"/>
                  </a:cubicBezTo>
                  <a:moveTo>
                    <a:pt x="808" y="0"/>
                  </a:moveTo>
                  <a:lnTo>
                    <a:pt x="0" y="808"/>
                  </a:lnTo>
                  <a:cubicBezTo>
                    <a:pt x="1" y="835"/>
                    <a:pt x="3" y="863"/>
                    <a:pt x="7" y="890"/>
                  </a:cubicBezTo>
                  <a:lnTo>
                    <a:pt x="889" y="8"/>
                  </a:lnTo>
                  <a:cubicBezTo>
                    <a:pt x="862" y="4"/>
                    <a:pt x="835" y="2"/>
                    <a:pt x="808" y="0"/>
                  </a:cubicBezTo>
                  <a:moveTo>
                    <a:pt x="1097" y="66"/>
                  </a:moveTo>
                  <a:lnTo>
                    <a:pt x="66" y="1097"/>
                  </a:lnTo>
                  <a:cubicBezTo>
                    <a:pt x="75" y="1117"/>
                    <a:pt x="85" y="1137"/>
                    <a:pt x="95" y="1156"/>
                  </a:cubicBezTo>
                  <a:lnTo>
                    <a:pt x="1156" y="96"/>
                  </a:lnTo>
                  <a:cubicBezTo>
                    <a:pt x="1137" y="85"/>
                    <a:pt x="1117" y="75"/>
                    <a:pt x="1097" y="66"/>
                  </a:cubicBezTo>
                  <a:moveTo>
                    <a:pt x="1033" y="41"/>
                  </a:moveTo>
                  <a:lnTo>
                    <a:pt x="41" y="1033"/>
                  </a:lnTo>
                  <a:cubicBezTo>
                    <a:pt x="33" y="1011"/>
                    <a:pt x="27" y="988"/>
                    <a:pt x="21" y="965"/>
                  </a:cubicBezTo>
                  <a:lnTo>
                    <a:pt x="964" y="21"/>
                  </a:lnTo>
                  <a:cubicBezTo>
                    <a:pt x="987" y="27"/>
                    <a:pt x="1010" y="34"/>
                    <a:pt x="1033" y="4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microsoft.com/office/2007/relationships/hdphoto" Target="../media/hdphoto1.wdp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 name="simple-light-2">
    <p:bg>
      <p:bgPr>
        <a:solidFill>
          <a:schemeClr val="accent6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NUM">
            <a:extLst>
              <a:ext uri="{FF2B5EF4-FFF2-40B4-BE49-F238E27FC236}">
                <a16:creationId xmlns:a16="http://schemas.microsoft.com/office/drawing/2014/main" id="{60D63CC3-68D2-41CF-B71E-37D0261D55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61196" y="4842060"/>
            <a:ext cx="456570" cy="211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Nunito Black" panose="00000A00000000000000" pitchFamily="2" charset="0"/>
              </a:defRPr>
            </a:lvl1pPr>
          </a:lstStyle>
          <a:p>
            <a:fld id="{51AEE1A3-1EFC-485D-B2C8-59C4EE8823F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_HVAN">
            <a:extLst>
              <a:ext uri="{FF2B5EF4-FFF2-40B4-BE49-F238E27FC236}">
                <a16:creationId xmlns:a16="http://schemas.microsoft.com/office/drawing/2014/main" id="{310F1E8E-9749-4BA1-881E-85453E1E8E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78581" y="4842059"/>
            <a:ext cx="1582615" cy="2114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Nunito SemiBold" panose="00000700000000000000" pitchFamily="2" charset="0"/>
              </a:defRPr>
            </a:lvl1pPr>
          </a:lstStyle>
          <a:p>
            <a:r>
              <a:rPr lang="en-US"/>
              <a:t>Học viện An ninh nhân dân</a:t>
            </a:r>
          </a:p>
        </p:txBody>
      </p:sp>
      <p:sp>
        <p:nvSpPr>
          <p:cNvPr id="7" name="TXT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Lexend"/>
              <a:buChar char="■"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lvl="0"/>
            <a:endParaRPr lang="en-US"/>
          </a:p>
        </p:txBody>
      </p:sp>
      <p:sp>
        <p:nvSpPr>
          <p:cNvPr id="6" name="TITLE"/>
          <p:cNvSpPr txBox="1">
            <a:spLocks noGrp="1"/>
          </p:cNvSpPr>
          <p:nvPr>
            <p:ph type="title"/>
          </p:nvPr>
        </p:nvSpPr>
        <p:spPr>
          <a:xfrm>
            <a:off x="180000" y="307450"/>
            <a:ext cx="878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D15754-D6B1-45AC-9A9B-297DE85C38F8}"/>
              </a:ext>
            </a:extLst>
          </p:cNvPr>
          <p:cNvSpPr/>
          <p:nvPr userDrawn="1"/>
        </p:nvSpPr>
        <p:spPr>
          <a:xfrm>
            <a:off x="-19455" y="-1"/>
            <a:ext cx="9163455" cy="5143501"/>
          </a:xfrm>
          <a:prstGeom prst="rect">
            <a:avLst/>
          </a:prstGeom>
          <a:blipFill dpi="0" rotWithShape="1">
            <a:blip r:embed="rId20">
              <a:alphaModFix amt="3000"/>
              <a:extLst>
                <a:ext uri="{BEBA8EAE-BF5A-486C-A8C5-ECC9F3942E4B}">
                  <a14:imgProps xmlns:a14="http://schemas.microsoft.com/office/drawing/2010/main">
                    <a14:imgLayer r:embed="rId21">
                      <a14:imgEffect>
                        <a14:sharpenSoften amount="50000"/>
                      </a14:imgEffect>
                    </a14:imgLayer>
                  </a14:imgProps>
                </a:ext>
              </a:extLst>
            </a:blip>
            <a:srcRect/>
            <a:stretch>
              <a:fillRect l="-6480" t="-45732" r="-6591" b="-49117"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81" r:id="rId2"/>
    <p:sldLayoutId id="2147483682" r:id="rId3"/>
    <p:sldLayoutId id="2147483683" r:id="rId4"/>
    <p:sldLayoutId id="2147483684" r:id="rId5"/>
    <p:sldLayoutId id="2147483688" r:id="rId6"/>
    <p:sldLayoutId id="2147483685" r:id="rId7"/>
    <p:sldLayoutId id="2147483686" r:id="rId8"/>
    <p:sldLayoutId id="2147483687" r:id="rId9"/>
    <p:sldLayoutId id="2147483689" r:id="rId10"/>
    <p:sldLayoutId id="2147483690" r:id="rId11"/>
    <p:sldLayoutId id="2147483678" r:id="rId12"/>
    <p:sldLayoutId id="2147483691" r:id="rId13"/>
    <p:sldLayoutId id="2147483692" r:id="rId14"/>
    <p:sldLayoutId id="2147483655" r:id="rId15"/>
    <p:sldLayoutId id="2147483657" r:id="rId16"/>
    <p:sldLayoutId id="2147483660" r:id="rId17"/>
    <p:sldLayoutId id="2147483661" r:id="rId1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88900" marR="0" lvl="0" indent="5080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Wingdings" panose="05000000000000000000" pitchFamily="2" charset="2"/>
        <a:buNone/>
        <a:tabLst>
          <a:tab pos="177800" algn="l"/>
        </a:tabLst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L="914400" marR="0" lvl="1" indent="-31750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Wingdings" panose="05000000000000000000" pitchFamily="2" charset="2"/>
        <a:buChar char="§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L="1054100" marR="0" lvl="2" indent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Lexend" panose="020B0604020202020204" charset="0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L="457200" marR="0" lvl="3" indent="-45720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Lexend" panose="020B0604020202020204" charset="0"/>
        <a:buChar char="−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L="446088" marR="0" lvl="4" indent="-31750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D6AD15-001E-4601-9D9F-07323D9F43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45E60A-0255-4E99-B5AD-0B79A9122D09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517650" y="715043"/>
            <a:ext cx="7165238" cy="55880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AA6FB6-322C-420D-90DA-0B9DC2AC0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451613"/>
      </p:ext>
    </p:extLst>
  </p:cSld>
  <p:clrMapOvr>
    <a:masterClrMapping/>
  </p:clrMapOvr>
</p:sld>
</file>

<file path=ppt/theme/theme1.xml><?xml version="1.0" encoding="utf-8"?>
<a:theme xmlns:a="http://schemas.openxmlformats.org/drawingml/2006/main" name="BASE_BOOK">
  <a:themeElements>
    <a:clrScheme name="Simple Light">
      <a:dk1>
        <a:srgbClr val="363A37"/>
      </a:dk1>
      <a:lt1>
        <a:srgbClr val="F3F3F3"/>
      </a:lt1>
      <a:dk2>
        <a:srgbClr val="BFCBD8"/>
      </a:dk2>
      <a:lt2>
        <a:srgbClr val="DFCBD6"/>
      </a:lt2>
      <a:accent1>
        <a:srgbClr val="ECC8BC"/>
      </a:accent1>
      <a:accent2>
        <a:srgbClr val="BDD8C3"/>
      </a:accent2>
      <a:accent3>
        <a:srgbClr val="DFDCCD"/>
      </a:accent3>
      <a:accent4>
        <a:srgbClr val="CFCACA"/>
      </a:accent4>
      <a:accent5>
        <a:srgbClr val="FFFFFF"/>
      </a:accent5>
      <a:accent6>
        <a:srgbClr val="FFFFFF"/>
      </a:accent6>
      <a:hlink>
        <a:srgbClr val="363A3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436</TotalTime>
  <Words>0</Words>
  <Application>Microsoft Office PowerPoint</Application>
  <PresentationFormat>On-screen Show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Nunito Black</vt:lpstr>
      <vt:lpstr>Fry Pro</vt:lpstr>
      <vt:lpstr>Wingdings</vt:lpstr>
      <vt:lpstr>Lexend</vt:lpstr>
      <vt:lpstr>Nunito SemiBold</vt:lpstr>
      <vt:lpstr>Arial</vt:lpstr>
      <vt:lpstr>Times New Roman</vt:lpstr>
      <vt:lpstr>BASE_BOOK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 ENGINEERING FOR LLM</dc:title>
  <cp:lastModifiedBy>Huynh Khanh</cp:lastModifiedBy>
  <cp:revision>30</cp:revision>
  <dcterms:modified xsi:type="dcterms:W3CDTF">2026-09-30T07:53:09Z</dcterms:modified>
</cp:coreProperties>
</file>