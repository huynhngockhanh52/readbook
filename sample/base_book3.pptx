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143500" type="screen16x9"/>
  <p:notesSz cx="6858000" cy="9144000"/>
  <p:embeddedFontLst>
    <p:embeddedFont>
      <p:font typeface="Fry Pro" pitchFamily="50" charset="0"/>
      <p:regular r:id="rId5"/>
    </p:embeddedFont>
    <p:embeddedFont>
      <p:font typeface="Lexend" panose="020B0604020202020204" charset="0"/>
      <p:regular r:id="rId6"/>
      <p:bold r:id="rId7"/>
    </p:embeddedFont>
    <p:embeddedFont>
      <p:font typeface="Nunito Black" panose="00000A00000000000000" pitchFamily="2" charset="0"/>
      <p:bold r:id="rId8"/>
      <p:boldItalic r:id="rId9"/>
    </p:embeddedFont>
    <p:embeddedFont>
      <p:font typeface="Nunito SemiBold" panose="00000700000000000000" pitchFamily="2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2B"/>
    <a:srgbClr val="3B635A"/>
    <a:srgbClr val="FFFFFF"/>
    <a:srgbClr val="4E8378"/>
    <a:srgbClr val="274932"/>
    <a:srgbClr val="1D372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4DD1CE-9C3D-4827-983A-B1BB38048CC2}">
  <a:tblStyle styleId="{C84DD1CE-9C3D-4827-983A-B1BB38048C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8" y="8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29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4DA86A-601A-454D-98CB-6065FBAC15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6A5D7-D81D-4625-96E7-E7ECB45821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12044-A874-4C20-82AA-97EACB2EFED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615DD-1A42-498E-81A1-8CFDE96C56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0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4D04D4-4050-41E5-B086-93D504FC0F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168590" y="-1378363"/>
            <a:ext cx="7639050" cy="763905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D5A4B91-6828-4150-97BA-67F6540FF951}"/>
              </a:ext>
            </a:extLst>
          </p:cNvPr>
          <p:cNvSpPr/>
          <p:nvPr userDrawn="1"/>
        </p:nvSpPr>
        <p:spPr>
          <a:xfrm>
            <a:off x="4123274" y="-1234699"/>
            <a:ext cx="8581288" cy="8042466"/>
          </a:xfrm>
          <a:prstGeom prst="ellipse">
            <a:avLst/>
          </a:prstGeom>
          <a:solidFill>
            <a:srgbClr val="3B635A"/>
          </a:solidFill>
          <a:ln>
            <a:solidFill>
              <a:srgbClr val="3B6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26A9F25-8E1D-464E-BEF7-7049B489F02C}"/>
              </a:ext>
            </a:extLst>
          </p:cNvPr>
          <p:cNvSpPr/>
          <p:nvPr userDrawn="1"/>
        </p:nvSpPr>
        <p:spPr>
          <a:xfrm>
            <a:off x="461112" y="495649"/>
            <a:ext cx="8581288" cy="4159577"/>
          </a:xfrm>
          <a:prstGeom prst="rect">
            <a:avLst/>
          </a:prstGeom>
          <a:solidFill>
            <a:srgbClr val="FFFFFF"/>
          </a:solidFill>
          <a:ln w="7620">
            <a:solidFill>
              <a:srgbClr val="CFDAD7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5644C1-DBDB-4507-8497-75DB1255B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6363" y="599637"/>
            <a:ext cx="861476" cy="86340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8FF0541-5F68-4AD9-9C4D-ACCE31B1E013}"/>
              </a:ext>
            </a:extLst>
          </p:cNvPr>
          <p:cNvGrpSpPr/>
          <p:nvPr userDrawn="1"/>
        </p:nvGrpSpPr>
        <p:grpSpPr>
          <a:xfrm>
            <a:off x="3434080" y="488274"/>
            <a:ext cx="5608319" cy="4174160"/>
            <a:chOff x="3458727" y="910628"/>
            <a:chExt cx="5583673" cy="375180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AAB9FF0-081D-41B4-A546-204C710074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58727" y="910629"/>
              <a:ext cx="5583673" cy="3751805"/>
            </a:xfrm>
            <a:prstGeom prst="rect">
              <a:avLst/>
            </a:prstGeom>
            <a:noFill/>
            <a:ln>
              <a:noFill/>
            </a:ln>
            <a:effectLst>
              <a:glow>
                <a:schemeClr val="accent1"/>
              </a:glow>
            </a:effec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C12365-DBCE-4B95-A3A3-A1785BC767E1}"/>
                </a:ext>
              </a:extLst>
            </p:cNvPr>
            <p:cNvSpPr/>
            <p:nvPr userDrawn="1"/>
          </p:nvSpPr>
          <p:spPr>
            <a:xfrm>
              <a:off x="3458727" y="910628"/>
              <a:ext cx="3856450" cy="375180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8000">
                  <a:schemeClr val="accent5">
                    <a:lumMod val="97000"/>
                    <a:lumOff val="3000"/>
                    <a:alpha val="8400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065089-10BF-4B75-B90F-915CB810DE51}"/>
              </a:ext>
            </a:extLst>
          </p:cNvPr>
          <p:cNvCxnSpPr>
            <a:cxnSpLocks/>
          </p:cNvCxnSpPr>
          <p:nvPr userDrawn="1"/>
        </p:nvCxnSpPr>
        <p:spPr>
          <a:xfrm>
            <a:off x="461112" y="3055515"/>
            <a:ext cx="6315608" cy="0"/>
          </a:xfrm>
          <a:prstGeom prst="line">
            <a:avLst/>
          </a:prstGeom>
          <a:ln w="28575">
            <a:solidFill>
              <a:srgbClr val="4E83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XT_AUTHOR">
            <a:extLst>
              <a:ext uri="{FF2B5EF4-FFF2-40B4-BE49-F238E27FC236}">
                <a16:creationId xmlns:a16="http://schemas.microsoft.com/office/drawing/2014/main" id="{F319D80D-E9DC-4F4A-A5BD-690EDAD9301A}"/>
              </a:ext>
            </a:extLst>
          </p:cNvPr>
          <p:cNvSpPr/>
          <p:nvPr userDrawn="1"/>
        </p:nvSpPr>
        <p:spPr>
          <a:xfrm>
            <a:off x="5823140" y="4300193"/>
            <a:ext cx="3219259" cy="35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0">
                <a:solidFill>
                  <a:schemeClr val="tx1"/>
                </a:solidFill>
                <a:latin typeface="Nunito Black" panose="00000A00000000000000" pitchFamily="2" charset="0"/>
                <a:ea typeface="Aptos" pitchFamily="34" charset="-122"/>
                <a:cs typeface="Aptos" pitchFamily="34" charset="-120"/>
              </a:rPr>
              <a:t>Trình bày: </a:t>
            </a:r>
            <a:r>
              <a:rPr lang="en-US" sz="1400" b="1">
                <a:solidFill>
                  <a:srgbClr val="4E8378"/>
                </a:solidFill>
                <a:latin typeface="Nunito Black" panose="00000A00000000000000" pitchFamily="2" charset="0"/>
                <a:ea typeface="Aptos" pitchFamily="34" charset="-122"/>
                <a:cs typeface="Aptos" pitchFamily="34" charset="-120"/>
              </a:rPr>
              <a:t>HUỲNH NGỌC KHANH</a:t>
            </a:r>
            <a:endParaRPr lang="en-US" sz="1400" dirty="0">
              <a:solidFill>
                <a:srgbClr val="4E8378"/>
              </a:solidFill>
              <a:latin typeface="Nunito Black" panose="00000A00000000000000" pitchFamily="2" charset="0"/>
            </a:endParaRPr>
          </a:p>
        </p:txBody>
      </p:sp>
      <p:sp>
        <p:nvSpPr>
          <p:cNvPr id="28" name="TXT_CHAPTER">
            <a:extLst>
              <a:ext uri="{FF2B5EF4-FFF2-40B4-BE49-F238E27FC236}">
                <a16:creationId xmlns:a16="http://schemas.microsoft.com/office/drawing/2014/main" id="{EDB45A4A-E840-4685-A721-F55FF5261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7635" y="3126586"/>
            <a:ext cx="6009347" cy="600308"/>
          </a:xfrm>
        </p:spPr>
        <p:txBody>
          <a:bodyPr anchor="t"/>
          <a:lstStyle>
            <a:lvl1pPr marL="0" indent="0">
              <a:buNone/>
              <a:tabLst/>
              <a:defRPr sz="2000">
                <a:solidFill>
                  <a:srgbClr val="C00000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>
                <a:latin typeface="Nunito Black" panose="00000A00000000000000" pitchFamily="2" charset="0"/>
              </a:rPr>
              <a:t>CHƯƠNG 1.</a:t>
            </a:r>
            <a:endParaRPr lang="en-US"/>
          </a:p>
        </p:txBody>
      </p:sp>
      <p:sp>
        <p:nvSpPr>
          <p:cNvPr id="33" name="TXT_PLACE">
            <a:extLst>
              <a:ext uri="{FF2B5EF4-FFF2-40B4-BE49-F238E27FC236}">
                <a16:creationId xmlns:a16="http://schemas.microsoft.com/office/drawing/2014/main" id="{8AA95379-73AA-41A4-8870-D28D764CD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7650" y="715043"/>
            <a:ext cx="7165238" cy="558800"/>
          </a:xfrm>
        </p:spPr>
        <p:txBody>
          <a:bodyPr/>
          <a:lstStyle>
            <a:lvl1pPr marL="0" indent="0">
              <a:buNone/>
              <a:defRPr sz="1200"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HỌC VIỆN AN NINH NHÂN DÂN</a:t>
            </a:r>
          </a:p>
          <a:p>
            <a:pPr lvl="0"/>
            <a:r>
              <a:rPr lang="en-US"/>
              <a:t>KHOA AN NINH MẠNG VÀ PHÒNG, CHỐNG TỘI PHẠM SỬ DỤNG CÔNG NGHỆ CAO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76448F8-D6DD-4EF4-B018-2C23C4D2A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35" y="1647842"/>
            <a:ext cx="5872825" cy="1412080"/>
          </a:xfrm>
        </p:spPr>
        <p:txBody>
          <a:bodyPr anchor="b"/>
          <a:lstStyle>
            <a:lvl1pPr algn="l">
              <a:defRPr sz="3600">
                <a:solidFill>
                  <a:srgbClr val="274932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CHƯƠNG 1.</a:t>
            </a:r>
          </a:p>
        </p:txBody>
      </p:sp>
    </p:spTree>
    <p:extLst>
      <p:ext uri="{BB962C8B-B14F-4D97-AF65-F5344CB8AC3E}">
        <p14:creationId xmlns:p14="http://schemas.microsoft.com/office/powerpoint/2010/main" val="129126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tb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6249E64-CD63-40DB-B3EE-2B1A33E92F81}"/>
              </a:ext>
            </a:extLst>
          </p:cNvPr>
          <p:cNvGrpSpPr/>
          <p:nvPr userDrawn="1"/>
        </p:nvGrpSpPr>
        <p:grpSpPr>
          <a:xfrm>
            <a:off x="-1891553" y="0"/>
            <a:ext cx="12917347" cy="6755559"/>
            <a:chOff x="-1891556" y="0"/>
            <a:chExt cx="12917347" cy="675555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E42DBE0-084D-4730-A978-4905970AC30F}"/>
                </a:ext>
              </a:extLst>
            </p:cNvPr>
            <p:cNvGrpSpPr/>
            <p:nvPr userDrawn="1"/>
          </p:nvGrpSpPr>
          <p:grpSpPr>
            <a:xfrm>
              <a:off x="0" y="0"/>
              <a:ext cx="9144000" cy="5143500"/>
              <a:chOff x="3458727" y="910628"/>
              <a:chExt cx="5583673" cy="3751806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AF3D4F79-08C6-4CF9-B5C5-97895C21F72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3458727" y="910629"/>
                <a:ext cx="5583673" cy="3751805"/>
              </a:xfrm>
              <a:prstGeom prst="rect">
                <a:avLst/>
              </a:prstGeom>
              <a:noFill/>
              <a:ln>
                <a:noFill/>
              </a:ln>
              <a:effectLst>
                <a:glow>
                  <a:schemeClr val="accent1"/>
                </a:glow>
              </a:effectLst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F0F6D28-B118-41DB-9BEB-2B65C5FEFC7C}"/>
                  </a:ext>
                </a:extLst>
              </p:cNvPr>
              <p:cNvSpPr/>
              <p:nvPr userDrawn="1"/>
            </p:nvSpPr>
            <p:spPr>
              <a:xfrm>
                <a:off x="3458727" y="910628"/>
                <a:ext cx="5583673" cy="3751806"/>
              </a:xfrm>
              <a:prstGeom prst="rect">
                <a:avLst/>
              </a:prstGeom>
              <a:gradFill flip="none" rotWithShape="1">
                <a:gsLst>
                  <a:gs pos="0">
                    <a:srgbClr val="4E8378"/>
                  </a:gs>
                  <a:gs pos="54000">
                    <a:srgbClr val="4E8378">
                      <a:alpha val="45000"/>
                    </a:srgbClr>
                  </a:gs>
                  <a:gs pos="100000">
                    <a:srgbClr val="4E8378">
                      <a:alpha val="86000"/>
                    </a:srgbClr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Moon 35">
              <a:extLst>
                <a:ext uri="{FF2B5EF4-FFF2-40B4-BE49-F238E27FC236}">
                  <a16:creationId xmlns:a16="http://schemas.microsoft.com/office/drawing/2014/main" id="{E2E03670-B890-4DFD-B3CD-D26A967ECF6D}"/>
                </a:ext>
              </a:extLst>
            </p:cNvPr>
            <p:cNvSpPr/>
            <p:nvPr userDrawn="1"/>
          </p:nvSpPr>
          <p:spPr>
            <a:xfrm rot="16200000">
              <a:off x="2348608" y="-1921625"/>
              <a:ext cx="4437020" cy="12917347"/>
            </a:xfrm>
            <a:prstGeom prst="moon">
              <a:avLst>
                <a:gd name="adj" fmla="val 76520"/>
              </a:avLst>
            </a:prstGeom>
            <a:solidFill>
              <a:schemeClr val="accent6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0626F2-D1FA-4416-823F-7E0F1C614F03}"/>
              </a:ext>
            </a:extLst>
          </p:cNvPr>
          <p:cNvGrpSpPr/>
          <p:nvPr userDrawn="1"/>
        </p:nvGrpSpPr>
        <p:grpSpPr>
          <a:xfrm>
            <a:off x="-9894" y="3702330"/>
            <a:ext cx="9103628" cy="1362137"/>
            <a:chOff x="-9894" y="3702330"/>
            <a:chExt cx="9103628" cy="1362137"/>
          </a:xfrm>
        </p:grpSpPr>
        <p:grpSp>
          <p:nvGrpSpPr>
            <p:cNvPr id="44" name="Google Shape;30;p4">
              <a:extLst>
                <a:ext uri="{FF2B5EF4-FFF2-40B4-BE49-F238E27FC236}">
                  <a16:creationId xmlns:a16="http://schemas.microsoft.com/office/drawing/2014/main" id="{21969938-4402-4C0D-A0F2-F4D2B1D26425}"/>
                </a:ext>
              </a:extLst>
            </p:cNvPr>
            <p:cNvGrpSpPr/>
            <p:nvPr/>
          </p:nvGrpSpPr>
          <p:grpSpPr>
            <a:xfrm>
              <a:off x="8073750" y="3702330"/>
              <a:ext cx="1019984" cy="918238"/>
              <a:chOff x="6711840" y="214920"/>
              <a:chExt cx="1053360" cy="949320"/>
            </a:xfrm>
          </p:grpSpPr>
          <p:sp>
            <p:nvSpPr>
              <p:cNvPr id="50" name="Google Shape;31;p4">
                <a:extLst>
                  <a:ext uri="{FF2B5EF4-FFF2-40B4-BE49-F238E27FC236}">
                    <a16:creationId xmlns:a16="http://schemas.microsoft.com/office/drawing/2014/main" id="{89353B71-246F-40EC-A5A3-048203D8ADA6}"/>
                  </a:ext>
                </a:extLst>
              </p:cNvPr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32;p4">
                <a:extLst>
                  <a:ext uri="{FF2B5EF4-FFF2-40B4-BE49-F238E27FC236}">
                    <a16:creationId xmlns:a16="http://schemas.microsoft.com/office/drawing/2014/main" id="{8FDA1F90-CC1C-4893-9316-E1B606FC4F1A}"/>
                  </a:ext>
                </a:extLst>
              </p:cNvPr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33;p4">
              <a:extLst>
                <a:ext uri="{FF2B5EF4-FFF2-40B4-BE49-F238E27FC236}">
                  <a16:creationId xmlns:a16="http://schemas.microsoft.com/office/drawing/2014/main" id="{374424BD-3C7B-4118-9340-39607F540B62}"/>
                </a:ext>
              </a:extLst>
            </p:cNvPr>
            <p:cNvSpPr/>
            <p:nvPr/>
          </p:nvSpPr>
          <p:spPr>
            <a:xfrm>
              <a:off x="8365992" y="4144998"/>
              <a:ext cx="584274" cy="618295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27;p4">
              <a:extLst>
                <a:ext uri="{FF2B5EF4-FFF2-40B4-BE49-F238E27FC236}">
                  <a16:creationId xmlns:a16="http://schemas.microsoft.com/office/drawing/2014/main" id="{B95E5DED-10AC-4B82-9AA2-69F689997645}"/>
                </a:ext>
              </a:extLst>
            </p:cNvPr>
            <p:cNvGrpSpPr/>
            <p:nvPr/>
          </p:nvGrpSpPr>
          <p:grpSpPr>
            <a:xfrm>
              <a:off x="74210" y="4281967"/>
              <a:ext cx="782500" cy="782500"/>
              <a:chOff x="189602" y="4465986"/>
              <a:chExt cx="782500" cy="782500"/>
            </a:xfrm>
          </p:grpSpPr>
          <p:sp>
            <p:nvSpPr>
              <p:cNvPr id="48" name="Google Shape;28;p4">
                <a:extLst>
                  <a:ext uri="{FF2B5EF4-FFF2-40B4-BE49-F238E27FC236}">
                    <a16:creationId xmlns:a16="http://schemas.microsoft.com/office/drawing/2014/main" id="{B53B0CC6-998F-4A2D-AC64-1FF18C464FFE}"/>
                  </a:ext>
                </a:extLst>
              </p:cNvPr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29;p4">
                <a:extLst>
                  <a:ext uri="{FF2B5EF4-FFF2-40B4-BE49-F238E27FC236}">
                    <a16:creationId xmlns:a16="http://schemas.microsoft.com/office/drawing/2014/main" id="{E39E3C80-3FB6-4833-8919-30757D854038}"/>
                  </a:ext>
                </a:extLst>
              </p:cNvPr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26;p4">
              <a:extLst>
                <a:ext uri="{FF2B5EF4-FFF2-40B4-BE49-F238E27FC236}">
                  <a16:creationId xmlns:a16="http://schemas.microsoft.com/office/drawing/2014/main" id="{D740E85F-E3B9-478D-8139-BE6A03FF735D}"/>
                </a:ext>
              </a:extLst>
            </p:cNvPr>
            <p:cNvSpPr/>
            <p:nvPr/>
          </p:nvSpPr>
          <p:spPr>
            <a:xfrm>
              <a:off x="-9894" y="4042871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2E1B059-1F59-4DCF-8FA1-0317CC3FFAD5}"/>
              </a:ext>
            </a:extLst>
          </p:cNvPr>
          <p:cNvGrpSpPr/>
          <p:nvPr userDrawn="1"/>
        </p:nvGrpSpPr>
        <p:grpSpPr>
          <a:xfrm>
            <a:off x="622722" y="205751"/>
            <a:ext cx="7914210" cy="4426373"/>
            <a:chOff x="610016" y="233348"/>
            <a:chExt cx="7914210" cy="4426373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BB2D2E0-FC1D-4FAB-9F61-EDBA4A775731}"/>
                </a:ext>
              </a:extLst>
            </p:cNvPr>
            <p:cNvSpPr/>
            <p:nvPr userDrawn="1"/>
          </p:nvSpPr>
          <p:spPr>
            <a:xfrm>
              <a:off x="610016" y="483779"/>
              <a:ext cx="7914210" cy="4175942"/>
            </a:xfrm>
            <a:prstGeom prst="roundRect">
              <a:avLst>
                <a:gd name="adj" fmla="val 4015"/>
              </a:avLst>
            </a:prstGeom>
            <a:solidFill>
              <a:schemeClr val="accent6"/>
            </a:solidFill>
            <a:ln>
              <a:solidFill>
                <a:srgbClr val="3B635A"/>
              </a:solidFill>
            </a:ln>
            <a:effectLst>
              <a:outerShdw blurRad="635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80691F8-BC3A-4DE0-A451-E9A94A69EE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778524" y="233348"/>
              <a:ext cx="571418" cy="572700"/>
            </a:xfrm>
            <a:prstGeom prst="rect">
              <a:avLst/>
            </a:prstGeom>
          </p:spPr>
        </p:pic>
      </p:grpSp>
      <p:sp>
        <p:nvSpPr>
          <p:cNvPr id="55" name="TXT12">
            <a:extLst>
              <a:ext uri="{FF2B5EF4-FFF2-40B4-BE49-F238E27FC236}">
                <a16:creationId xmlns:a16="http://schemas.microsoft.com/office/drawing/2014/main" id="{5468414B-5BBE-44FA-B670-212500EB0D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4050" y="3870889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4" name="TXT11">
            <a:extLst>
              <a:ext uri="{FF2B5EF4-FFF2-40B4-BE49-F238E27FC236}">
                <a16:creationId xmlns:a16="http://schemas.microsoft.com/office/drawing/2014/main" id="{D5D2AA94-45D0-4956-9BDE-40B0DB4BC7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04050" y="3544450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3" name="TXT10">
            <a:extLst>
              <a:ext uri="{FF2B5EF4-FFF2-40B4-BE49-F238E27FC236}">
                <a16:creationId xmlns:a16="http://schemas.microsoft.com/office/drawing/2014/main" id="{FA0828E0-C9F6-4152-9C56-050AD5BDF5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3350" y="2972029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9" name="TXT9">
            <a:extLst>
              <a:ext uri="{FF2B5EF4-FFF2-40B4-BE49-F238E27FC236}">
                <a16:creationId xmlns:a16="http://schemas.microsoft.com/office/drawing/2014/main" id="{CE658C14-0FD1-4C32-8910-7CE55092E0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5820" y="3870889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XT8">
            <a:extLst>
              <a:ext uri="{FF2B5EF4-FFF2-40B4-BE49-F238E27FC236}">
                <a16:creationId xmlns:a16="http://schemas.microsoft.com/office/drawing/2014/main" id="{B31E6DD6-2EFE-4E9C-8270-2C5FD39027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5820" y="3544450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XT7">
            <a:extLst>
              <a:ext uri="{FF2B5EF4-FFF2-40B4-BE49-F238E27FC236}">
                <a16:creationId xmlns:a16="http://schemas.microsoft.com/office/drawing/2014/main" id="{CE750C0A-FF78-4417-9374-B95C6ECC09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35120" y="2972029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68" name="TXT6">
            <a:extLst>
              <a:ext uri="{FF2B5EF4-FFF2-40B4-BE49-F238E27FC236}">
                <a16:creationId xmlns:a16="http://schemas.microsoft.com/office/drawing/2014/main" id="{DFF8680A-7F08-4E3D-8671-1F13FF7429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051" y="2375353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7" name="TXT5">
            <a:extLst>
              <a:ext uri="{FF2B5EF4-FFF2-40B4-BE49-F238E27FC236}">
                <a16:creationId xmlns:a16="http://schemas.microsoft.com/office/drawing/2014/main" id="{09621BA8-C0F7-4D30-8B70-34C6491892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051" y="2048914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6" name="TXT4">
            <a:extLst>
              <a:ext uri="{FF2B5EF4-FFF2-40B4-BE49-F238E27FC236}">
                <a16:creationId xmlns:a16="http://schemas.microsoft.com/office/drawing/2014/main" id="{C18446E6-5C7F-47FD-B727-FF2A1FAF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351" y="1476493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62" name="TXT3">
            <a:extLst>
              <a:ext uri="{FF2B5EF4-FFF2-40B4-BE49-F238E27FC236}">
                <a16:creationId xmlns:a16="http://schemas.microsoft.com/office/drawing/2014/main" id="{967322B0-D651-4F91-8ADB-35544ECF90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5820" y="2375353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600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1" name="TXT2">
            <a:extLst>
              <a:ext uri="{FF2B5EF4-FFF2-40B4-BE49-F238E27FC236}">
                <a16:creationId xmlns:a16="http://schemas.microsoft.com/office/drawing/2014/main" id="{2E844B0B-FE54-4047-884E-1B6C92EAA1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5820" y="2048914"/>
            <a:ext cx="3512820" cy="384175"/>
          </a:xfrm>
        </p:spPr>
        <p:txBody>
          <a:bodyPr anchor="t"/>
          <a:lstStyle>
            <a:lvl1pPr marL="0" indent="0" algn="ctr">
              <a:buNone/>
              <a:tabLst/>
              <a:defRPr sz="18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9" name="TXT1">
            <a:extLst>
              <a:ext uri="{FF2B5EF4-FFF2-40B4-BE49-F238E27FC236}">
                <a16:creationId xmlns:a16="http://schemas.microsoft.com/office/drawing/2014/main" id="{4A91DBC4-CECD-47E9-B0FB-8448754AC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35120" y="1476353"/>
            <a:ext cx="734219" cy="572701"/>
          </a:xfrm>
          <a:blipFill>
            <a:blip r:embed="rId4"/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3B635A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832DB6EF-B50B-403B-8D8F-FD12A433E2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808" y="620997"/>
            <a:ext cx="7875470" cy="572700"/>
          </a:xfrm>
        </p:spPr>
        <p:txBody>
          <a:bodyPr anchor="ctr"/>
          <a:lstStyle>
            <a:lvl1pPr>
              <a:defRPr sz="32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TABLES OF CONTENTS</a:t>
            </a:r>
          </a:p>
        </p:txBody>
      </p:sp>
    </p:spTree>
    <p:extLst>
      <p:ext uri="{BB962C8B-B14F-4D97-AF65-F5344CB8AC3E}">
        <p14:creationId xmlns:p14="http://schemas.microsoft.com/office/powerpoint/2010/main" val="22181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tb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oon 19">
            <a:extLst>
              <a:ext uri="{FF2B5EF4-FFF2-40B4-BE49-F238E27FC236}">
                <a16:creationId xmlns:a16="http://schemas.microsoft.com/office/drawing/2014/main" id="{24FB68CB-EF86-4BA8-BE6C-89DD236FAED2}"/>
              </a:ext>
            </a:extLst>
          </p:cNvPr>
          <p:cNvSpPr/>
          <p:nvPr userDrawn="1"/>
        </p:nvSpPr>
        <p:spPr>
          <a:xfrm>
            <a:off x="-1028816" y="-1861657"/>
            <a:ext cx="4437020" cy="8866813"/>
          </a:xfrm>
          <a:prstGeom prst="moon">
            <a:avLst>
              <a:gd name="adj" fmla="val 87168"/>
            </a:avLst>
          </a:prstGeom>
          <a:solidFill>
            <a:srgbClr val="3B635A"/>
          </a:solidFill>
          <a:ln>
            <a:solidFill>
              <a:srgbClr val="3B6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DDE81B-9356-49B5-A280-ECE70E9E8C0B}"/>
              </a:ext>
            </a:extLst>
          </p:cNvPr>
          <p:cNvGrpSpPr/>
          <p:nvPr userDrawn="1"/>
        </p:nvGrpSpPr>
        <p:grpSpPr>
          <a:xfrm>
            <a:off x="622722" y="182838"/>
            <a:ext cx="7914210" cy="4449286"/>
            <a:chOff x="610016" y="210435"/>
            <a:chExt cx="7914210" cy="44492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65F8A1-124E-4E6B-82B3-DE5604A07E3F}"/>
                </a:ext>
              </a:extLst>
            </p:cNvPr>
            <p:cNvSpPr/>
            <p:nvPr userDrawn="1"/>
          </p:nvSpPr>
          <p:spPr>
            <a:xfrm>
              <a:off x="610016" y="483779"/>
              <a:ext cx="7914210" cy="4175942"/>
            </a:xfrm>
            <a:prstGeom prst="roundRect">
              <a:avLst>
                <a:gd name="adj" fmla="val 3285"/>
              </a:avLst>
            </a:prstGeom>
            <a:solidFill>
              <a:schemeClr val="accent6"/>
            </a:solidFill>
            <a:ln>
              <a:solidFill>
                <a:srgbClr val="3B635A"/>
              </a:solidFill>
            </a:ln>
            <a:effectLst>
              <a:outerShdw blurRad="139700" sx="103000" sy="103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B635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B1FB09A-3AF8-4395-91AF-6A4891BB76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823230" y="210435"/>
              <a:ext cx="571418" cy="572700"/>
            </a:xfrm>
            <a:prstGeom prst="rect">
              <a:avLst/>
            </a:prstGeom>
          </p:spPr>
        </p:pic>
      </p:grpSp>
      <p:sp>
        <p:nvSpPr>
          <p:cNvPr id="4" name="FOOTNUM">
            <a:extLst>
              <a:ext uri="{FF2B5EF4-FFF2-40B4-BE49-F238E27FC236}">
                <a16:creationId xmlns:a16="http://schemas.microsoft.com/office/drawing/2014/main" id="{78972F26-4D51-4F12-A729-1F30509835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XT9">
            <a:extLst>
              <a:ext uri="{FF2B5EF4-FFF2-40B4-BE49-F238E27FC236}">
                <a16:creationId xmlns:a16="http://schemas.microsoft.com/office/drawing/2014/main" id="{425BFACB-01FA-427A-AF19-7C344C1712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94649" y="3986152"/>
            <a:ext cx="5840470" cy="408937"/>
          </a:xfrm>
        </p:spPr>
        <p:txBody>
          <a:bodyPr anchor="t"/>
          <a:lstStyle>
            <a:lvl1pPr marL="0" indent="0">
              <a:buNone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XT8">
            <a:extLst>
              <a:ext uri="{FF2B5EF4-FFF2-40B4-BE49-F238E27FC236}">
                <a16:creationId xmlns:a16="http://schemas.microsoft.com/office/drawing/2014/main" id="{EA10D309-A43A-4C04-845A-B7B861B12DA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95465" y="3662986"/>
            <a:ext cx="5840470" cy="376475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XT7">
            <a:extLst>
              <a:ext uri="{FF2B5EF4-FFF2-40B4-BE49-F238E27FC236}">
                <a16:creationId xmlns:a16="http://schemas.microsoft.com/office/drawing/2014/main" id="{A41525A1-A626-4952-90BA-44941A4505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2703" y="3621332"/>
            <a:ext cx="882859" cy="80210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4E8378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10" name="TXT6">
            <a:extLst>
              <a:ext uri="{FF2B5EF4-FFF2-40B4-BE49-F238E27FC236}">
                <a16:creationId xmlns:a16="http://schemas.microsoft.com/office/drawing/2014/main" id="{BEE8451F-E617-4F6F-A664-AFD2D58405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94649" y="2893300"/>
            <a:ext cx="5840470" cy="408937"/>
          </a:xfrm>
        </p:spPr>
        <p:txBody>
          <a:bodyPr anchor="t"/>
          <a:lstStyle>
            <a:lvl1pPr marL="0" indent="0">
              <a:buNone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XT5">
            <a:extLst>
              <a:ext uri="{FF2B5EF4-FFF2-40B4-BE49-F238E27FC236}">
                <a16:creationId xmlns:a16="http://schemas.microsoft.com/office/drawing/2014/main" id="{ACA70103-9506-4EE5-AFB8-0CF83F24FC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95465" y="2570134"/>
            <a:ext cx="5840470" cy="376475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XT4">
            <a:extLst>
              <a:ext uri="{FF2B5EF4-FFF2-40B4-BE49-F238E27FC236}">
                <a16:creationId xmlns:a16="http://schemas.microsoft.com/office/drawing/2014/main" id="{3540DFD6-32C0-45F3-A37E-58B08F58FD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2703" y="2528480"/>
            <a:ext cx="882859" cy="80210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4E8378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7" name="TXT3">
            <a:extLst>
              <a:ext uri="{FF2B5EF4-FFF2-40B4-BE49-F238E27FC236}">
                <a16:creationId xmlns:a16="http://schemas.microsoft.com/office/drawing/2014/main" id="{DCC5F9F1-4A42-4A8A-BF19-F769D80796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5465" y="1800448"/>
            <a:ext cx="5840470" cy="408937"/>
          </a:xfrm>
        </p:spPr>
        <p:txBody>
          <a:bodyPr anchor="t"/>
          <a:lstStyle>
            <a:lvl1pPr marL="0" indent="0">
              <a:buNone/>
              <a:tabLst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TXT2">
            <a:extLst>
              <a:ext uri="{FF2B5EF4-FFF2-40B4-BE49-F238E27FC236}">
                <a16:creationId xmlns:a16="http://schemas.microsoft.com/office/drawing/2014/main" id="{AAB1D43A-7579-4B10-A0F6-77DF9D80F4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6281" y="1477282"/>
            <a:ext cx="5840470" cy="376475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XT1">
            <a:extLst>
              <a:ext uri="{FF2B5EF4-FFF2-40B4-BE49-F238E27FC236}">
                <a16:creationId xmlns:a16="http://schemas.microsoft.com/office/drawing/2014/main" id="{A4A18C5E-B110-4B87-9A4A-188110C5F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3519" y="1435628"/>
            <a:ext cx="882859" cy="80210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3200" b="1">
                <a:solidFill>
                  <a:srgbClr val="4E8378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DFC338-C30A-4B96-9B14-257C7520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172" y="477974"/>
            <a:ext cx="6538763" cy="572700"/>
          </a:xfrm>
        </p:spPr>
        <p:txBody>
          <a:bodyPr/>
          <a:lstStyle>
            <a:lvl1pPr>
              <a:defRPr sz="32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2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h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7C56BE9-5F40-4650-837B-C2EE1FFCF14D}"/>
              </a:ext>
            </a:extLst>
          </p:cNvPr>
          <p:cNvSpPr/>
          <p:nvPr userDrawn="1"/>
        </p:nvSpPr>
        <p:spPr>
          <a:xfrm>
            <a:off x="2704949" y="-1429400"/>
            <a:ext cx="7550222" cy="7493945"/>
          </a:xfrm>
          <a:prstGeom prst="ellipse">
            <a:avLst/>
          </a:prstGeom>
          <a:solidFill>
            <a:srgbClr val="3B635A"/>
          </a:solidFill>
          <a:ln>
            <a:solidFill>
              <a:srgbClr val="3B6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0B3380-6970-4881-9977-61C6138264B4}"/>
              </a:ext>
            </a:extLst>
          </p:cNvPr>
          <p:cNvSpPr/>
          <p:nvPr userDrawn="1"/>
        </p:nvSpPr>
        <p:spPr>
          <a:xfrm>
            <a:off x="3432717" y="-1429400"/>
            <a:ext cx="7550222" cy="7493945"/>
          </a:xfrm>
          <a:prstGeom prst="ellipse">
            <a:avLst/>
          </a:prstGeom>
          <a:solidFill>
            <a:srgbClr val="4E8378"/>
          </a:solidFill>
          <a:ln>
            <a:solidFill>
              <a:srgbClr val="4E83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BB9316-E015-476C-BAD4-12F6FC328F8F}"/>
              </a:ext>
            </a:extLst>
          </p:cNvPr>
          <p:cNvSpPr/>
          <p:nvPr userDrawn="1"/>
        </p:nvSpPr>
        <p:spPr>
          <a:xfrm>
            <a:off x="4160484" y="-1422151"/>
            <a:ext cx="7550222" cy="7493945"/>
          </a:xfrm>
          <a:prstGeom prst="ellipse">
            <a:avLst/>
          </a:prstGeom>
          <a:solidFill>
            <a:srgbClr val="274932"/>
          </a:solidFill>
          <a:ln>
            <a:solidFill>
              <a:srgbClr val="1D37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oogle Shape;13;p3">
            <a:extLst>
              <a:ext uri="{FF2B5EF4-FFF2-40B4-BE49-F238E27FC236}">
                <a16:creationId xmlns:a16="http://schemas.microsoft.com/office/drawing/2014/main" id="{E7992B30-82AA-49DE-B277-E1B88AE2B0F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</a:blip>
          <a:srcRect l="64606"/>
          <a:stretch/>
        </p:blipFill>
        <p:spPr>
          <a:xfrm>
            <a:off x="5907622" y="0"/>
            <a:ext cx="3236398" cy="5143476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64000"/>
              </a:srgb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FC9624A-0F68-4B9E-A72A-A48FB06C8D9E}"/>
              </a:ext>
            </a:extLst>
          </p:cNvPr>
          <p:cNvGrpSpPr/>
          <p:nvPr userDrawn="1"/>
        </p:nvGrpSpPr>
        <p:grpSpPr>
          <a:xfrm>
            <a:off x="459968" y="594000"/>
            <a:ext cx="7914210" cy="3690000"/>
            <a:chOff x="459968" y="594000"/>
            <a:chExt cx="7914210" cy="369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0E19A00-A0F3-4EB8-AB31-BF45C295F940}"/>
                </a:ext>
              </a:extLst>
            </p:cNvPr>
            <p:cNvSpPr/>
            <p:nvPr userDrawn="1"/>
          </p:nvSpPr>
          <p:spPr>
            <a:xfrm>
              <a:off x="459968" y="606612"/>
              <a:ext cx="7914210" cy="3663533"/>
            </a:xfrm>
            <a:prstGeom prst="roundRect">
              <a:avLst>
                <a:gd name="adj" fmla="val 2941"/>
              </a:avLst>
            </a:prstGeom>
            <a:solidFill>
              <a:schemeClr val="accent6"/>
            </a:solidFill>
            <a:ln cap="sq">
              <a:solidFill>
                <a:srgbClr val="3B635A"/>
              </a:solidFill>
            </a:ln>
            <a:effectLst>
              <a:outerShdw blurRad="63500" sx="101000" sy="101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9419C58-0332-4B39-8F05-843D0034DA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8480" y="594000"/>
              <a:ext cx="0" cy="3690000"/>
            </a:xfrm>
            <a:prstGeom prst="line">
              <a:avLst/>
            </a:prstGeom>
            <a:ln w="114300">
              <a:solidFill>
                <a:srgbClr val="3B63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oogle Shape;179;p24">
            <a:extLst>
              <a:ext uri="{FF2B5EF4-FFF2-40B4-BE49-F238E27FC236}">
                <a16:creationId xmlns:a16="http://schemas.microsoft.com/office/drawing/2014/main" id="{F8775494-A710-4E59-959C-415C37BE0020}"/>
              </a:ext>
            </a:extLst>
          </p:cNvPr>
          <p:cNvGrpSpPr/>
          <p:nvPr userDrawn="1"/>
        </p:nvGrpSpPr>
        <p:grpSpPr>
          <a:xfrm>
            <a:off x="7300686" y="725436"/>
            <a:ext cx="983625" cy="2051578"/>
            <a:chOff x="7138305" y="-514637"/>
            <a:chExt cx="2733235" cy="6161707"/>
          </a:xfrm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grpSpPr>
        <p:grpSp>
          <p:nvGrpSpPr>
            <p:cNvPr id="15" name="Google Shape;180;p24">
              <a:extLst>
                <a:ext uri="{FF2B5EF4-FFF2-40B4-BE49-F238E27FC236}">
                  <a16:creationId xmlns:a16="http://schemas.microsoft.com/office/drawing/2014/main" id="{3BC40E73-FE23-4980-9872-B20D1C70B2D9}"/>
                </a:ext>
              </a:extLst>
            </p:cNvPr>
            <p:cNvGrpSpPr/>
            <p:nvPr/>
          </p:nvGrpSpPr>
          <p:grpSpPr>
            <a:xfrm>
              <a:off x="7453739" y="1762646"/>
              <a:ext cx="1961448" cy="1961448"/>
              <a:chOff x="3335760" y="960480"/>
              <a:chExt cx="1286280" cy="1286280"/>
            </a:xfrm>
          </p:grpSpPr>
          <p:sp>
            <p:nvSpPr>
              <p:cNvPr id="33" name="Google Shape;181;p24">
                <a:extLst>
                  <a:ext uri="{FF2B5EF4-FFF2-40B4-BE49-F238E27FC236}">
                    <a16:creationId xmlns:a16="http://schemas.microsoft.com/office/drawing/2014/main" id="{5AF65242-3775-4349-BC6D-017939EF3C95}"/>
                  </a:ext>
                </a:extLst>
              </p:cNvPr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82;p24">
                <a:extLst>
                  <a:ext uri="{FF2B5EF4-FFF2-40B4-BE49-F238E27FC236}">
                    <a16:creationId xmlns:a16="http://schemas.microsoft.com/office/drawing/2014/main" id="{B8AE242E-2714-4E54-8D8C-986CCF9A4EE1}"/>
                  </a:ext>
                </a:extLst>
              </p:cNvPr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83;p24">
                <a:extLst>
                  <a:ext uri="{FF2B5EF4-FFF2-40B4-BE49-F238E27FC236}">
                    <a16:creationId xmlns:a16="http://schemas.microsoft.com/office/drawing/2014/main" id="{C4733EE5-C173-4D29-A0C1-82F7FD8C5FCC}"/>
                  </a:ext>
                </a:extLst>
              </p:cNvPr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184;p24">
                <a:extLst>
                  <a:ext uri="{FF2B5EF4-FFF2-40B4-BE49-F238E27FC236}">
                    <a16:creationId xmlns:a16="http://schemas.microsoft.com/office/drawing/2014/main" id="{7F020B7B-6B45-408D-8539-BB8E43E520C9}"/>
                  </a:ext>
                </a:extLst>
              </p:cNvPr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85;p24">
                <a:extLst>
                  <a:ext uri="{FF2B5EF4-FFF2-40B4-BE49-F238E27FC236}">
                    <a16:creationId xmlns:a16="http://schemas.microsoft.com/office/drawing/2014/main" id="{461238B3-D2E8-4E93-9D43-2E46C9CB8C5C}"/>
                  </a:ext>
                </a:extLst>
              </p:cNvPr>
              <p:cNvSpPr/>
              <p:nvPr/>
            </p:nvSpPr>
            <p:spPr>
              <a:xfrm>
                <a:off x="3805202" y="1429919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88;p24">
              <a:extLst>
                <a:ext uri="{FF2B5EF4-FFF2-40B4-BE49-F238E27FC236}">
                  <a16:creationId xmlns:a16="http://schemas.microsoft.com/office/drawing/2014/main" id="{F9AC9015-DC3A-4E3A-9538-D2ED7C8E2218}"/>
                </a:ext>
              </a:extLst>
            </p:cNvPr>
            <p:cNvSpPr/>
            <p:nvPr/>
          </p:nvSpPr>
          <p:spPr>
            <a:xfrm>
              <a:off x="7746372" y="4419038"/>
              <a:ext cx="1228031" cy="1228032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189;p24">
              <a:extLst>
                <a:ext uri="{FF2B5EF4-FFF2-40B4-BE49-F238E27FC236}">
                  <a16:creationId xmlns:a16="http://schemas.microsoft.com/office/drawing/2014/main" id="{C2246D7C-D61A-4014-802D-F8671640BA8B}"/>
                </a:ext>
              </a:extLst>
            </p:cNvPr>
            <p:cNvGrpSpPr/>
            <p:nvPr/>
          </p:nvGrpSpPr>
          <p:grpSpPr>
            <a:xfrm>
              <a:off x="8065000" y="-188373"/>
              <a:ext cx="1806540" cy="1730335"/>
              <a:chOff x="4996146" y="494640"/>
              <a:chExt cx="1184694" cy="1134720"/>
            </a:xfrm>
          </p:grpSpPr>
          <p:sp>
            <p:nvSpPr>
              <p:cNvPr id="27" name="Google Shape;190;p24">
                <a:extLst>
                  <a:ext uri="{FF2B5EF4-FFF2-40B4-BE49-F238E27FC236}">
                    <a16:creationId xmlns:a16="http://schemas.microsoft.com/office/drawing/2014/main" id="{3733F9B3-CA27-4112-B937-D74F9277F558}"/>
                  </a:ext>
                </a:extLst>
              </p:cNvPr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3152" extrusionOk="0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191;p24">
                <a:extLst>
                  <a:ext uri="{FF2B5EF4-FFF2-40B4-BE49-F238E27FC236}">
                    <a16:creationId xmlns:a16="http://schemas.microsoft.com/office/drawing/2014/main" id="{2125958B-4FDE-4E43-945A-60DEF52CE02A}"/>
                  </a:ext>
                </a:extLst>
              </p:cNvPr>
              <p:cNvSpPr/>
              <p:nvPr/>
            </p:nvSpPr>
            <p:spPr>
              <a:xfrm>
                <a:off x="4996146" y="851220"/>
                <a:ext cx="261720" cy="26172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2;p24">
                <a:extLst>
                  <a:ext uri="{FF2B5EF4-FFF2-40B4-BE49-F238E27FC236}">
                    <a16:creationId xmlns:a16="http://schemas.microsoft.com/office/drawing/2014/main" id="{DB3B033C-0802-48DC-9A86-BE286D4FCBAB}"/>
                  </a:ext>
                </a:extLst>
              </p:cNvPr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93;p24">
                <a:extLst>
                  <a:ext uri="{FF2B5EF4-FFF2-40B4-BE49-F238E27FC236}">
                    <a16:creationId xmlns:a16="http://schemas.microsoft.com/office/drawing/2014/main" id="{6DA35AFD-E28B-4CC1-AF26-9A83B239A0FF}"/>
                  </a:ext>
                </a:extLst>
              </p:cNvPr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19" extrusionOk="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94;p24">
                <a:extLst>
                  <a:ext uri="{FF2B5EF4-FFF2-40B4-BE49-F238E27FC236}">
                    <a16:creationId xmlns:a16="http://schemas.microsoft.com/office/drawing/2014/main" id="{B5F3F284-91F7-4F70-A969-6C68051B2A41}"/>
                  </a:ext>
                </a:extLst>
              </p:cNvPr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95;p24">
                <a:extLst>
                  <a:ext uri="{FF2B5EF4-FFF2-40B4-BE49-F238E27FC236}">
                    <a16:creationId xmlns:a16="http://schemas.microsoft.com/office/drawing/2014/main" id="{B13CEBD7-A9FB-4EF5-96DC-11808F731255}"/>
                  </a:ext>
                </a:extLst>
              </p:cNvPr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96;p24">
              <a:extLst>
                <a:ext uri="{FF2B5EF4-FFF2-40B4-BE49-F238E27FC236}">
                  <a16:creationId xmlns:a16="http://schemas.microsoft.com/office/drawing/2014/main" id="{818DDD79-3AF4-4A0E-93B4-EAC7F88DC987}"/>
                </a:ext>
              </a:extLst>
            </p:cNvPr>
            <p:cNvGrpSpPr/>
            <p:nvPr/>
          </p:nvGrpSpPr>
          <p:grpSpPr>
            <a:xfrm>
              <a:off x="7265158" y="886006"/>
              <a:ext cx="799841" cy="799292"/>
              <a:chOff x="6807240" y="2796480"/>
              <a:chExt cx="524520" cy="524160"/>
            </a:xfrm>
          </p:grpSpPr>
          <p:sp>
            <p:nvSpPr>
              <p:cNvPr id="25" name="Google Shape;197;p24">
                <a:extLst>
                  <a:ext uri="{FF2B5EF4-FFF2-40B4-BE49-F238E27FC236}">
                    <a16:creationId xmlns:a16="http://schemas.microsoft.com/office/drawing/2014/main" id="{3C771833-5B18-4908-AA2B-B0780BE64057}"/>
                  </a:ext>
                </a:extLst>
              </p:cNvPr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198;p24">
                <a:extLst>
                  <a:ext uri="{FF2B5EF4-FFF2-40B4-BE49-F238E27FC236}">
                    <a16:creationId xmlns:a16="http://schemas.microsoft.com/office/drawing/2014/main" id="{95607C26-4184-4A9B-9802-CA54681D1AE3}"/>
                  </a:ext>
                </a:extLst>
              </p:cNvPr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" name="Google Shape;199;p24">
              <a:extLst>
                <a:ext uri="{FF2B5EF4-FFF2-40B4-BE49-F238E27FC236}">
                  <a16:creationId xmlns:a16="http://schemas.microsoft.com/office/drawing/2014/main" id="{2AD0C139-F238-4FB1-A26C-655963564F6F}"/>
                </a:ext>
              </a:extLst>
            </p:cNvPr>
            <p:cNvGrpSpPr/>
            <p:nvPr/>
          </p:nvGrpSpPr>
          <p:grpSpPr>
            <a:xfrm>
              <a:off x="7265153" y="3590184"/>
              <a:ext cx="1218700" cy="1218700"/>
              <a:chOff x="5033520" y="2269080"/>
              <a:chExt cx="799200" cy="799200"/>
            </a:xfrm>
          </p:grpSpPr>
          <p:sp>
            <p:nvSpPr>
              <p:cNvPr id="22" name="Google Shape;200;p24">
                <a:extLst>
                  <a:ext uri="{FF2B5EF4-FFF2-40B4-BE49-F238E27FC236}">
                    <a16:creationId xmlns:a16="http://schemas.microsoft.com/office/drawing/2014/main" id="{2E54C684-6D65-49FC-8B4B-636D2F712D4C}"/>
                  </a:ext>
                </a:extLst>
              </p:cNvPr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220" extrusionOk="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01;p24">
                <a:extLst>
                  <a:ext uri="{FF2B5EF4-FFF2-40B4-BE49-F238E27FC236}">
                    <a16:creationId xmlns:a16="http://schemas.microsoft.com/office/drawing/2014/main" id="{950748AC-9887-4A27-B657-C229ACA3EEF6}"/>
                  </a:ext>
                </a:extLst>
              </p:cNvPr>
              <p:cNvSpPr/>
              <p:nvPr/>
            </p:nvSpPr>
            <p:spPr>
              <a:xfrm>
                <a:off x="5148362" y="2383920"/>
                <a:ext cx="569880" cy="569521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582" extrusionOk="0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02;p24">
                <a:extLst>
                  <a:ext uri="{FF2B5EF4-FFF2-40B4-BE49-F238E27FC236}">
                    <a16:creationId xmlns:a16="http://schemas.microsoft.com/office/drawing/2014/main" id="{6D45F5AE-8DB9-4D01-BCBE-9D6C730E36BF}"/>
                  </a:ext>
                </a:extLst>
              </p:cNvPr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4" extrusionOk="0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203;p24">
              <a:extLst>
                <a:ext uri="{FF2B5EF4-FFF2-40B4-BE49-F238E27FC236}">
                  <a16:creationId xmlns:a16="http://schemas.microsoft.com/office/drawing/2014/main" id="{0F50A018-4237-4CD7-A9F4-3C3F3BF53582}"/>
                </a:ext>
              </a:extLst>
            </p:cNvPr>
            <p:cNvSpPr/>
            <p:nvPr/>
          </p:nvSpPr>
          <p:spPr>
            <a:xfrm>
              <a:off x="7138305" y="3141673"/>
              <a:ext cx="447947" cy="448501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04;p24">
              <a:extLst>
                <a:ext uri="{FF2B5EF4-FFF2-40B4-BE49-F238E27FC236}">
                  <a16:creationId xmlns:a16="http://schemas.microsoft.com/office/drawing/2014/main" id="{4034C6FF-87EC-4873-A1FC-444AFD130877}"/>
                </a:ext>
              </a:extLst>
            </p:cNvPr>
            <p:cNvSpPr/>
            <p:nvPr/>
          </p:nvSpPr>
          <p:spPr>
            <a:xfrm>
              <a:off x="7401434" y="-514637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FOOTNUM">
            <a:extLst>
              <a:ext uri="{FF2B5EF4-FFF2-40B4-BE49-F238E27FC236}">
                <a16:creationId xmlns:a16="http://schemas.microsoft.com/office/drawing/2014/main" id="{F8681E39-9B81-4BA6-A028-B2154E91D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4B823EB1-1A21-4597-9B91-D0A846B7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143" y="2357557"/>
            <a:ext cx="6814949" cy="1629863"/>
          </a:xfrm>
        </p:spPr>
        <p:txBody>
          <a:bodyPr anchor="t"/>
          <a:lstStyle>
            <a:lvl1pPr algn="l">
              <a:defRPr sz="4000">
                <a:solidFill>
                  <a:srgbClr val="00602B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TXT1">
            <a:extLst>
              <a:ext uri="{FF2B5EF4-FFF2-40B4-BE49-F238E27FC236}">
                <a16:creationId xmlns:a16="http://schemas.microsoft.com/office/drawing/2014/main" id="{2ADA6620-F334-4716-BEC7-1118E47C60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7988" y="1156079"/>
            <a:ext cx="1347631" cy="1201477"/>
          </a:xfrm>
          <a:solidFill>
            <a:srgbClr val="274932">
              <a:alpha val="5000"/>
            </a:srgbClr>
          </a:solidFill>
        </p:spPr>
        <p:txBody>
          <a:bodyPr anchor="ctr"/>
          <a:lstStyle>
            <a:lvl1pPr marL="0" indent="0" algn="ctr">
              <a:buNone/>
              <a:tabLst>
                <a:tab pos="0" algn="l"/>
              </a:tabLst>
              <a:defRPr sz="8000">
                <a:solidFill>
                  <a:srgbClr val="C00000"/>
                </a:solidFill>
                <a:latin typeface="Fry Pro" pitchFamily="50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1439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.main_d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49;p6">
            <a:extLst>
              <a:ext uri="{FF2B5EF4-FFF2-40B4-BE49-F238E27FC236}">
                <a16:creationId xmlns:a16="http://schemas.microsoft.com/office/drawing/2014/main" id="{0ADB1513-71B8-4622-8EF2-D33DA5A074A7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8253646" cy="2211028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5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05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.main_non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49;p6">
            <a:extLst>
              <a:ext uri="{FF2B5EF4-FFF2-40B4-BE49-F238E27FC236}">
                <a16:creationId xmlns:a16="http://schemas.microsoft.com/office/drawing/2014/main" id="{84F95A7F-6A44-41F8-9B7B-69D5F00F8B92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698682"/>
            <a:ext cx="8253646" cy="2555058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53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.main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49;p6">
            <a:extLst>
              <a:ext uri="{FF2B5EF4-FFF2-40B4-BE49-F238E27FC236}">
                <a16:creationId xmlns:a16="http://schemas.microsoft.com/office/drawing/2014/main" id="{5C19C0AC-0DC3-4B71-9A2C-9147A9C8C1BE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XT2">
            <a:extLst>
              <a:ext uri="{FF2B5EF4-FFF2-40B4-BE49-F238E27FC236}">
                <a16:creationId xmlns:a16="http://schemas.microsoft.com/office/drawing/2014/main" id="{28E071F7-38E7-4B47-A66C-3E0267FE2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8298" y="1235206"/>
            <a:ext cx="3969843" cy="360685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3969843" cy="360685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5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95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.main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49;p6">
            <a:extLst>
              <a:ext uri="{FF2B5EF4-FFF2-40B4-BE49-F238E27FC236}">
                <a16:creationId xmlns:a16="http://schemas.microsoft.com/office/drawing/2014/main" id="{23940481-862F-46A7-9740-C35E561A0C0E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IMG1">
            <a:extLst>
              <a:ext uri="{FF2B5EF4-FFF2-40B4-BE49-F238E27FC236}">
                <a16:creationId xmlns:a16="http://schemas.microsoft.com/office/drawing/2014/main" id="{59C8FCF1-1058-47CD-A732-9E2450604F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64411" y="1235206"/>
            <a:ext cx="4206875" cy="3606800"/>
          </a:xfrm>
        </p:spPr>
        <p:txBody>
          <a:bodyPr/>
          <a:lstStyle>
            <a:lvl1pPr marL="139700" indent="0">
              <a:buNone/>
              <a:defRPr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3969843" cy="360685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5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538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.main_img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49;p6">
            <a:extLst>
              <a:ext uri="{FF2B5EF4-FFF2-40B4-BE49-F238E27FC236}">
                <a16:creationId xmlns:a16="http://schemas.microsoft.com/office/drawing/2014/main" id="{97B4EBA7-EB28-493F-B62F-FA3870CAE2F6}"/>
              </a:ext>
            </a:extLst>
          </p:cNvPr>
          <p:cNvSpPr/>
          <p:nvPr userDrawn="1"/>
        </p:nvSpPr>
        <p:spPr>
          <a:xfrm>
            <a:off x="8648460" y="566019"/>
            <a:ext cx="539083" cy="539083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8;p6">
            <a:extLst>
              <a:ext uri="{FF2B5EF4-FFF2-40B4-BE49-F238E27FC236}">
                <a16:creationId xmlns:a16="http://schemas.microsoft.com/office/drawing/2014/main" id="{6AC1B1CA-8E74-4E39-8F09-01652D4D1E67}"/>
              </a:ext>
            </a:extLst>
          </p:cNvPr>
          <p:cNvSpPr/>
          <p:nvPr userDrawn="1"/>
        </p:nvSpPr>
        <p:spPr>
          <a:xfrm>
            <a:off x="8517806" y="435914"/>
            <a:ext cx="799841" cy="799292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0;p6">
            <a:extLst>
              <a:ext uri="{FF2B5EF4-FFF2-40B4-BE49-F238E27FC236}">
                <a16:creationId xmlns:a16="http://schemas.microsoft.com/office/drawing/2014/main" id="{6BA4660D-0081-46B0-945B-FA6B6A35E0DE}"/>
              </a:ext>
            </a:extLst>
          </p:cNvPr>
          <p:cNvSpPr/>
          <p:nvPr userDrawn="1"/>
        </p:nvSpPr>
        <p:spPr>
          <a:xfrm>
            <a:off x="8517484" y="-739612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1;p6">
            <a:extLst>
              <a:ext uri="{FF2B5EF4-FFF2-40B4-BE49-F238E27FC236}">
                <a16:creationId xmlns:a16="http://schemas.microsoft.com/office/drawing/2014/main" id="{A69FB9DE-B379-42D2-A7FF-71E3DF5C2ED3}"/>
              </a:ext>
            </a:extLst>
          </p:cNvPr>
          <p:cNvSpPr/>
          <p:nvPr userDrawn="1"/>
        </p:nvSpPr>
        <p:spPr>
          <a:xfrm>
            <a:off x="-670166" y="4714488"/>
            <a:ext cx="1228035" cy="1228035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5;p6">
            <a:extLst>
              <a:ext uri="{FF2B5EF4-FFF2-40B4-BE49-F238E27FC236}">
                <a16:creationId xmlns:a16="http://schemas.microsoft.com/office/drawing/2014/main" id="{C1E9EE4F-C4F2-4DAA-A582-D81B6B080C49}"/>
              </a:ext>
            </a:extLst>
          </p:cNvPr>
          <p:cNvSpPr/>
          <p:nvPr userDrawn="1"/>
        </p:nvSpPr>
        <p:spPr>
          <a:xfrm>
            <a:off x="-443837" y="4065499"/>
            <a:ext cx="887675" cy="887675"/>
          </a:xfrm>
          <a:custGeom>
            <a:avLst/>
            <a:gdLst/>
            <a:ahLst/>
            <a:cxnLst/>
            <a:rect l="l" t="t" r="r" b="b"/>
            <a:pathLst>
              <a:path w="1617" h="1617" extrusionOk="0">
                <a:moveTo>
                  <a:pt x="808" y="54"/>
                </a:moveTo>
                <a:cubicBezTo>
                  <a:pt x="392" y="54"/>
                  <a:pt x="54" y="392"/>
                  <a:pt x="54" y="808"/>
                </a:cubicBezTo>
                <a:cubicBezTo>
                  <a:pt x="54" y="1225"/>
                  <a:pt x="392" y="1563"/>
                  <a:pt x="808" y="1563"/>
                </a:cubicBezTo>
                <a:cubicBezTo>
                  <a:pt x="1224" y="1563"/>
                  <a:pt x="1562" y="1225"/>
                  <a:pt x="1562" y="808"/>
                </a:cubicBezTo>
                <a:cubicBezTo>
                  <a:pt x="1562" y="392"/>
                  <a:pt x="1224" y="54"/>
                  <a:pt x="808" y="54"/>
                </a:cubicBezTo>
                <a:moveTo>
                  <a:pt x="808" y="1617"/>
                </a:moveTo>
                <a:cubicBezTo>
                  <a:pt x="363" y="1617"/>
                  <a:pt x="0" y="1254"/>
                  <a:pt x="0" y="808"/>
                </a:cubicBezTo>
                <a:cubicBezTo>
                  <a:pt x="0" y="363"/>
                  <a:pt x="363" y="0"/>
                  <a:pt x="808" y="0"/>
                </a:cubicBezTo>
                <a:cubicBezTo>
                  <a:pt x="1254" y="0"/>
                  <a:pt x="1617" y="363"/>
                  <a:pt x="1617" y="808"/>
                </a:cubicBezTo>
                <a:cubicBezTo>
                  <a:pt x="1617" y="1254"/>
                  <a:pt x="1254" y="1617"/>
                  <a:pt x="808" y="1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6;p6">
            <a:extLst>
              <a:ext uri="{FF2B5EF4-FFF2-40B4-BE49-F238E27FC236}">
                <a16:creationId xmlns:a16="http://schemas.microsoft.com/office/drawing/2014/main" id="{0B4BFEEA-E2EF-4A54-9908-D522BDC036E8}"/>
              </a:ext>
            </a:extLst>
          </p:cNvPr>
          <p:cNvSpPr/>
          <p:nvPr userDrawn="1"/>
        </p:nvSpPr>
        <p:spPr>
          <a:xfrm>
            <a:off x="-264875" y="4244461"/>
            <a:ext cx="529201" cy="529750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482" y="54"/>
                </a:moveTo>
                <a:cubicBezTo>
                  <a:pt x="246" y="54"/>
                  <a:pt x="54" y="246"/>
                  <a:pt x="54" y="482"/>
                </a:cubicBezTo>
                <a:cubicBezTo>
                  <a:pt x="54" y="719"/>
                  <a:pt x="246" y="911"/>
                  <a:pt x="482" y="911"/>
                </a:cubicBezTo>
                <a:cubicBezTo>
                  <a:pt x="718" y="911"/>
                  <a:pt x="911" y="719"/>
                  <a:pt x="911" y="482"/>
                </a:cubicBezTo>
                <a:cubicBezTo>
                  <a:pt x="911" y="246"/>
                  <a:pt x="718" y="54"/>
                  <a:pt x="482" y="54"/>
                </a:cubicBezTo>
                <a:moveTo>
                  <a:pt x="482" y="965"/>
                </a:moveTo>
                <a:cubicBezTo>
                  <a:pt x="216" y="965"/>
                  <a:pt x="0" y="748"/>
                  <a:pt x="0" y="482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2"/>
                </a:cubicBezTo>
                <a:cubicBezTo>
                  <a:pt x="964" y="748"/>
                  <a:pt x="748" y="965"/>
                  <a:pt x="482" y="9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IMG1">
            <a:extLst>
              <a:ext uri="{FF2B5EF4-FFF2-40B4-BE49-F238E27FC236}">
                <a16:creationId xmlns:a16="http://schemas.microsoft.com/office/drawing/2014/main" id="{59C8FCF1-1058-47CD-A732-9E2450604F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6893" y="2685870"/>
            <a:ext cx="8369215" cy="2142738"/>
          </a:xfrm>
        </p:spPr>
        <p:txBody>
          <a:bodyPr/>
          <a:lstStyle>
            <a:lvl1pPr marL="139700" indent="0">
              <a:buNone/>
              <a:defRPr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3" y="1235206"/>
            <a:ext cx="8369215" cy="1336544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C0BD581-B970-4007-8BDF-552D7E6C6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8" y="711547"/>
            <a:ext cx="8090446" cy="396141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2000" i="1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pPr lvl="0"/>
            <a:r>
              <a:rPr lang="en-US"/>
              <a:t>x.x. Add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563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.thamkha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oogle Shape;25;p4">
            <a:extLst>
              <a:ext uri="{FF2B5EF4-FFF2-40B4-BE49-F238E27FC236}">
                <a16:creationId xmlns:a16="http://schemas.microsoft.com/office/drawing/2014/main" id="{E23343B7-FABE-48A2-8C91-6D5421CBEE51}"/>
              </a:ext>
            </a:extLst>
          </p:cNvPr>
          <p:cNvGrpSpPr/>
          <p:nvPr userDrawn="1"/>
        </p:nvGrpSpPr>
        <p:grpSpPr>
          <a:xfrm>
            <a:off x="-83675" y="3916994"/>
            <a:ext cx="9592537" cy="1526222"/>
            <a:chOff x="-83675" y="3916994"/>
            <a:chExt cx="9592537" cy="1526222"/>
          </a:xfrm>
        </p:grpSpPr>
        <p:sp>
          <p:nvSpPr>
            <p:cNvPr id="20" name="Google Shape;26;p4">
              <a:extLst>
                <a:ext uri="{FF2B5EF4-FFF2-40B4-BE49-F238E27FC236}">
                  <a16:creationId xmlns:a16="http://schemas.microsoft.com/office/drawing/2014/main" id="{3C76EC43-5049-44F3-9978-DDBDAAE5C3AC}"/>
                </a:ext>
              </a:extLst>
            </p:cNvPr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7;p4">
              <a:extLst>
                <a:ext uri="{FF2B5EF4-FFF2-40B4-BE49-F238E27FC236}">
                  <a16:creationId xmlns:a16="http://schemas.microsoft.com/office/drawing/2014/main" id="{394FCC20-5B28-4C9A-9BC4-50FDB7721959}"/>
                </a:ext>
              </a:extLst>
            </p:cNvPr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26" name="Google Shape;28;p4">
                <a:extLst>
                  <a:ext uri="{FF2B5EF4-FFF2-40B4-BE49-F238E27FC236}">
                    <a16:creationId xmlns:a16="http://schemas.microsoft.com/office/drawing/2014/main" id="{E3AAC419-ADF0-4BE1-90A4-9867FD26A87D}"/>
                  </a:ext>
                </a:extLst>
              </p:cNvPr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9;p4">
                <a:extLst>
                  <a:ext uri="{FF2B5EF4-FFF2-40B4-BE49-F238E27FC236}">
                    <a16:creationId xmlns:a16="http://schemas.microsoft.com/office/drawing/2014/main" id="{26392813-5006-41ED-B54C-642F9A0CD138}"/>
                  </a:ext>
                </a:extLst>
              </p:cNvPr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30;p4">
              <a:extLst>
                <a:ext uri="{FF2B5EF4-FFF2-40B4-BE49-F238E27FC236}">
                  <a16:creationId xmlns:a16="http://schemas.microsoft.com/office/drawing/2014/main" id="{91B8D7EE-A0DF-46D9-93C6-7BA14991D95C}"/>
                </a:ext>
              </a:extLst>
            </p:cNvPr>
            <p:cNvGrpSpPr/>
            <p:nvPr/>
          </p:nvGrpSpPr>
          <p:grpSpPr>
            <a:xfrm>
              <a:off x="7815372" y="3916994"/>
              <a:ext cx="1693490" cy="1526222"/>
              <a:chOff x="6499529" y="707505"/>
              <a:chExt cx="1053362" cy="949320"/>
            </a:xfrm>
          </p:grpSpPr>
          <p:sp>
            <p:nvSpPr>
              <p:cNvPr id="24" name="Google Shape;31;p4">
                <a:extLst>
                  <a:ext uri="{FF2B5EF4-FFF2-40B4-BE49-F238E27FC236}">
                    <a16:creationId xmlns:a16="http://schemas.microsoft.com/office/drawing/2014/main" id="{4A3B01E8-5E94-4A8F-97EB-1C730E572449}"/>
                  </a:ext>
                </a:extLst>
              </p:cNvPr>
              <p:cNvSpPr/>
              <p:nvPr/>
            </p:nvSpPr>
            <p:spPr>
              <a:xfrm>
                <a:off x="6499529" y="948345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32;p4">
                <a:extLst>
                  <a:ext uri="{FF2B5EF4-FFF2-40B4-BE49-F238E27FC236}">
                    <a16:creationId xmlns:a16="http://schemas.microsoft.com/office/drawing/2014/main" id="{B19EE4E8-12CE-4963-95D6-62B1796F9644}"/>
                  </a:ext>
                </a:extLst>
              </p:cNvPr>
              <p:cNvSpPr/>
              <p:nvPr/>
            </p:nvSpPr>
            <p:spPr>
              <a:xfrm>
                <a:off x="6844051" y="707505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4" y="748727"/>
            <a:ext cx="8253646" cy="3552365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.thamkha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10;p13">
            <a:extLst>
              <a:ext uri="{FF2B5EF4-FFF2-40B4-BE49-F238E27FC236}">
                <a16:creationId xmlns:a16="http://schemas.microsoft.com/office/drawing/2014/main" id="{C6D65183-FB0C-4635-8E76-D465495CB4C9}"/>
              </a:ext>
            </a:extLst>
          </p:cNvPr>
          <p:cNvSpPr/>
          <p:nvPr userDrawn="1"/>
        </p:nvSpPr>
        <p:spPr>
          <a:xfrm>
            <a:off x="-2039109" y="695704"/>
            <a:ext cx="2539507" cy="2759642"/>
          </a:xfrm>
          <a:custGeom>
            <a:avLst/>
            <a:gdLst/>
            <a:ahLst/>
            <a:cxnLst/>
            <a:rect l="l" t="t" r="r" b="b"/>
            <a:pathLst>
              <a:path w="4626" h="5027" extrusionOk="0">
                <a:moveTo>
                  <a:pt x="27" y="5027"/>
                </a:moveTo>
                <a:cubicBezTo>
                  <a:pt x="21" y="5027"/>
                  <a:pt x="14" y="5024"/>
                  <a:pt x="9" y="5019"/>
                </a:cubicBezTo>
                <a:cubicBezTo>
                  <a:pt x="-2" y="5008"/>
                  <a:pt x="-2" y="4991"/>
                  <a:pt x="9" y="4981"/>
                </a:cubicBezTo>
                <a:lnTo>
                  <a:pt x="4497" y="492"/>
                </a:lnTo>
                <a:cubicBezTo>
                  <a:pt x="4597" y="392"/>
                  <a:pt x="4597" y="229"/>
                  <a:pt x="4497" y="129"/>
                </a:cubicBezTo>
                <a:cubicBezTo>
                  <a:pt x="4397" y="29"/>
                  <a:pt x="4234" y="29"/>
                  <a:pt x="4134" y="129"/>
                </a:cubicBezTo>
                <a:lnTo>
                  <a:pt x="2842" y="1421"/>
                </a:lnTo>
                <a:cubicBezTo>
                  <a:pt x="2832" y="1431"/>
                  <a:pt x="2814" y="1431"/>
                  <a:pt x="2804" y="1421"/>
                </a:cubicBezTo>
                <a:cubicBezTo>
                  <a:pt x="2793" y="1410"/>
                  <a:pt x="2793" y="1394"/>
                  <a:pt x="2804" y="1383"/>
                </a:cubicBezTo>
                <a:lnTo>
                  <a:pt x="4096" y="91"/>
                </a:lnTo>
                <a:cubicBezTo>
                  <a:pt x="4217" y="-30"/>
                  <a:pt x="4414" y="-30"/>
                  <a:pt x="4535" y="91"/>
                </a:cubicBezTo>
                <a:cubicBezTo>
                  <a:pt x="4657" y="212"/>
                  <a:pt x="4657" y="409"/>
                  <a:pt x="4535" y="530"/>
                </a:cubicBezTo>
                <a:lnTo>
                  <a:pt x="47" y="5019"/>
                </a:lnTo>
                <a:cubicBezTo>
                  <a:pt x="42" y="5024"/>
                  <a:pt x="35" y="5027"/>
                  <a:pt x="27" y="502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11;p13">
            <a:extLst>
              <a:ext uri="{FF2B5EF4-FFF2-40B4-BE49-F238E27FC236}">
                <a16:creationId xmlns:a16="http://schemas.microsoft.com/office/drawing/2014/main" id="{17177695-ED81-4E5F-95AC-A7DF2E6721F1}"/>
              </a:ext>
            </a:extLst>
          </p:cNvPr>
          <p:cNvSpPr/>
          <p:nvPr userDrawn="1"/>
        </p:nvSpPr>
        <p:spPr>
          <a:xfrm>
            <a:off x="-1038430" y="1004609"/>
            <a:ext cx="1228032" cy="1228032"/>
          </a:xfrm>
          <a:custGeom>
            <a:avLst/>
            <a:gdLst/>
            <a:ahLst/>
            <a:cxnLst/>
            <a:rect l="l" t="t" r="r" b="b"/>
            <a:pathLst>
              <a:path w="2237" h="2237" extrusionOk="0">
                <a:moveTo>
                  <a:pt x="36" y="2200"/>
                </a:moveTo>
                <a:lnTo>
                  <a:pt x="36" y="2200"/>
                </a:lnTo>
                <a:cubicBezTo>
                  <a:pt x="-12" y="2151"/>
                  <a:pt x="-12" y="2072"/>
                  <a:pt x="36" y="2023"/>
                </a:cubicBezTo>
                <a:lnTo>
                  <a:pt x="2022" y="37"/>
                </a:lnTo>
                <a:cubicBezTo>
                  <a:pt x="2071" y="-12"/>
                  <a:pt x="2151" y="-12"/>
                  <a:pt x="2200" y="37"/>
                </a:cubicBezTo>
                <a:cubicBezTo>
                  <a:pt x="2249" y="86"/>
                  <a:pt x="2249" y="166"/>
                  <a:pt x="2200" y="215"/>
                </a:cubicBezTo>
                <a:lnTo>
                  <a:pt x="214" y="2200"/>
                </a:lnTo>
                <a:cubicBezTo>
                  <a:pt x="165" y="2249"/>
                  <a:pt x="85" y="2249"/>
                  <a:pt x="36" y="22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16;p13">
            <a:extLst>
              <a:ext uri="{FF2B5EF4-FFF2-40B4-BE49-F238E27FC236}">
                <a16:creationId xmlns:a16="http://schemas.microsoft.com/office/drawing/2014/main" id="{099F9CC8-9256-49A6-9B53-AAADCF80B12C}"/>
              </a:ext>
            </a:extLst>
          </p:cNvPr>
          <p:cNvSpPr/>
          <p:nvPr userDrawn="1"/>
        </p:nvSpPr>
        <p:spPr>
          <a:xfrm>
            <a:off x="-98697" y="1471718"/>
            <a:ext cx="447947" cy="448501"/>
          </a:xfrm>
          <a:custGeom>
            <a:avLst/>
            <a:gdLst/>
            <a:ahLst/>
            <a:cxnLst/>
            <a:rect l="l" t="t" r="r" b="b"/>
            <a:pathLst>
              <a:path w="844" h="845" extrusionOk="0">
                <a:moveTo>
                  <a:pt x="420" y="845"/>
                </a:moveTo>
                <a:cubicBezTo>
                  <a:pt x="412" y="845"/>
                  <a:pt x="406" y="843"/>
                  <a:pt x="400" y="837"/>
                </a:cubicBezTo>
                <a:cubicBezTo>
                  <a:pt x="390" y="827"/>
                  <a:pt x="390" y="809"/>
                  <a:pt x="400" y="799"/>
                </a:cubicBezTo>
                <a:lnTo>
                  <a:pt x="717" y="483"/>
                </a:lnTo>
                <a:cubicBezTo>
                  <a:pt x="814" y="385"/>
                  <a:pt x="814" y="226"/>
                  <a:pt x="717" y="128"/>
                </a:cubicBezTo>
                <a:cubicBezTo>
                  <a:pt x="670" y="81"/>
                  <a:pt x="607" y="54"/>
                  <a:pt x="540" y="54"/>
                </a:cubicBezTo>
                <a:cubicBezTo>
                  <a:pt x="473" y="54"/>
                  <a:pt x="410" y="81"/>
                  <a:pt x="362" y="128"/>
                </a:cubicBezTo>
                <a:lnTo>
                  <a:pt x="46" y="444"/>
                </a:lnTo>
                <a:cubicBezTo>
                  <a:pt x="36" y="455"/>
                  <a:pt x="18" y="455"/>
                  <a:pt x="7" y="444"/>
                </a:cubicBezTo>
                <a:cubicBezTo>
                  <a:pt x="-3" y="434"/>
                  <a:pt x="-3" y="417"/>
                  <a:pt x="7" y="406"/>
                </a:cubicBezTo>
                <a:lnTo>
                  <a:pt x="324" y="90"/>
                </a:lnTo>
                <a:cubicBezTo>
                  <a:pt x="382" y="32"/>
                  <a:pt x="459" y="0"/>
                  <a:pt x="540" y="0"/>
                </a:cubicBezTo>
                <a:cubicBezTo>
                  <a:pt x="621" y="0"/>
                  <a:pt x="698" y="32"/>
                  <a:pt x="755" y="90"/>
                </a:cubicBezTo>
                <a:cubicBezTo>
                  <a:pt x="874" y="208"/>
                  <a:pt x="874" y="402"/>
                  <a:pt x="755" y="520"/>
                </a:cubicBezTo>
                <a:lnTo>
                  <a:pt x="439" y="837"/>
                </a:lnTo>
                <a:cubicBezTo>
                  <a:pt x="433" y="843"/>
                  <a:pt x="426" y="845"/>
                  <a:pt x="420" y="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25;p4">
            <a:extLst>
              <a:ext uri="{FF2B5EF4-FFF2-40B4-BE49-F238E27FC236}">
                <a16:creationId xmlns:a16="http://schemas.microsoft.com/office/drawing/2014/main" id="{E23343B7-FABE-48A2-8C91-6D5421CBEE51}"/>
              </a:ext>
            </a:extLst>
          </p:cNvPr>
          <p:cNvGrpSpPr/>
          <p:nvPr userDrawn="1"/>
        </p:nvGrpSpPr>
        <p:grpSpPr>
          <a:xfrm>
            <a:off x="-83675" y="3916993"/>
            <a:ext cx="9592534" cy="1526221"/>
            <a:chOff x="-83675" y="3916993"/>
            <a:chExt cx="9592534" cy="1526221"/>
          </a:xfrm>
        </p:grpSpPr>
        <p:sp>
          <p:nvSpPr>
            <p:cNvPr id="20" name="Google Shape;26;p4">
              <a:extLst>
                <a:ext uri="{FF2B5EF4-FFF2-40B4-BE49-F238E27FC236}">
                  <a16:creationId xmlns:a16="http://schemas.microsoft.com/office/drawing/2014/main" id="{3C76EC43-5049-44F3-9978-DDBDAAE5C3AC}"/>
                </a:ext>
              </a:extLst>
            </p:cNvPr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7;p4">
              <a:extLst>
                <a:ext uri="{FF2B5EF4-FFF2-40B4-BE49-F238E27FC236}">
                  <a16:creationId xmlns:a16="http://schemas.microsoft.com/office/drawing/2014/main" id="{394FCC20-5B28-4C9A-9BC4-50FDB7721959}"/>
                </a:ext>
              </a:extLst>
            </p:cNvPr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26" name="Google Shape;28;p4">
                <a:extLst>
                  <a:ext uri="{FF2B5EF4-FFF2-40B4-BE49-F238E27FC236}">
                    <a16:creationId xmlns:a16="http://schemas.microsoft.com/office/drawing/2014/main" id="{E3AAC419-ADF0-4BE1-90A4-9867FD26A87D}"/>
                  </a:ext>
                </a:extLst>
              </p:cNvPr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9;p4">
                <a:extLst>
                  <a:ext uri="{FF2B5EF4-FFF2-40B4-BE49-F238E27FC236}">
                    <a16:creationId xmlns:a16="http://schemas.microsoft.com/office/drawing/2014/main" id="{26392813-5006-41ED-B54C-642F9A0CD138}"/>
                  </a:ext>
                </a:extLst>
              </p:cNvPr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30;p4">
              <a:extLst>
                <a:ext uri="{FF2B5EF4-FFF2-40B4-BE49-F238E27FC236}">
                  <a16:creationId xmlns:a16="http://schemas.microsoft.com/office/drawing/2014/main" id="{91B8D7EE-A0DF-46D9-93C6-7BA14991D95C}"/>
                </a:ext>
              </a:extLst>
            </p:cNvPr>
            <p:cNvGrpSpPr/>
            <p:nvPr userDrawn="1"/>
          </p:nvGrpSpPr>
          <p:grpSpPr>
            <a:xfrm>
              <a:off x="7815368" y="3916993"/>
              <a:ext cx="1693491" cy="1526221"/>
              <a:chOff x="6499529" y="707505"/>
              <a:chExt cx="1053363" cy="949320"/>
            </a:xfrm>
          </p:grpSpPr>
          <p:sp>
            <p:nvSpPr>
              <p:cNvPr id="24" name="Google Shape;31;p4">
                <a:extLst>
                  <a:ext uri="{FF2B5EF4-FFF2-40B4-BE49-F238E27FC236}">
                    <a16:creationId xmlns:a16="http://schemas.microsoft.com/office/drawing/2014/main" id="{4A3B01E8-5E94-4A8F-97EB-1C730E572449}"/>
                  </a:ext>
                </a:extLst>
              </p:cNvPr>
              <p:cNvSpPr/>
              <p:nvPr userDrawn="1"/>
            </p:nvSpPr>
            <p:spPr>
              <a:xfrm>
                <a:off x="6499529" y="948345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32;p4">
                <a:extLst>
                  <a:ext uri="{FF2B5EF4-FFF2-40B4-BE49-F238E27FC236}">
                    <a16:creationId xmlns:a16="http://schemas.microsoft.com/office/drawing/2014/main" id="{B19EE4E8-12CE-4963-95D6-62B1796F9644}"/>
                  </a:ext>
                </a:extLst>
              </p:cNvPr>
              <p:cNvSpPr/>
              <p:nvPr userDrawn="1"/>
            </p:nvSpPr>
            <p:spPr>
              <a:xfrm>
                <a:off x="6844051" y="707505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7A9DFDF-F914-4090-89BE-0A269CFA5535}"/>
              </a:ext>
            </a:extLst>
          </p:cNvPr>
          <p:cNvSpPr/>
          <p:nvPr userDrawn="1"/>
        </p:nvSpPr>
        <p:spPr>
          <a:xfrm>
            <a:off x="0" y="-2471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34D4AA-BF4A-4D61-B6A2-0A540B89EB60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NUM">
            <a:extLst>
              <a:ext uri="{FF2B5EF4-FFF2-40B4-BE49-F238E27FC236}">
                <a16:creationId xmlns:a16="http://schemas.microsoft.com/office/drawing/2014/main" id="{88873E20-6CA0-4148-B0DC-2710727CC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XT1">
            <a:extLst>
              <a:ext uri="{FF2B5EF4-FFF2-40B4-BE49-F238E27FC236}">
                <a16:creationId xmlns:a16="http://schemas.microsoft.com/office/drawing/2014/main" id="{5B2B5D49-C590-43F4-89DC-4FE332709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894" y="748727"/>
            <a:ext cx="8253646" cy="3552365"/>
          </a:xfrm>
        </p:spPr>
        <p:txBody>
          <a:bodyPr/>
          <a:lstStyle>
            <a:lvl1pPr marL="360363" indent="-182563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Lexend" panose="020B0604020202020204" charset="0"/>
              <a:buChar char="−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8163" indent="-198438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Lexend" panose="020B0604020202020204" charset="0"/>
              <a:buChar char="+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715963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8985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•"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076325" indent="-177800" defTabSz="1800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SzPct val="90000"/>
              <a:tabLst>
                <a:tab pos="1076325" algn="l"/>
              </a:tabLs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CC530C-E380-44B3-9435-E54517C0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93" y="15089"/>
            <a:ext cx="8253646" cy="652295"/>
          </a:xfr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71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 12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6"/>
          <p:cNvGrpSpPr/>
          <p:nvPr/>
        </p:nvGrpSpPr>
        <p:grpSpPr>
          <a:xfrm>
            <a:off x="-1339136" y="-739612"/>
            <a:ext cx="11084655" cy="6682135"/>
            <a:chOff x="-1339136" y="-739612"/>
            <a:chExt cx="11084655" cy="6682135"/>
          </a:xfrm>
        </p:grpSpPr>
        <p:grpSp>
          <p:nvGrpSpPr>
            <p:cNvPr id="41" name="Google Shape;41;p6"/>
            <p:cNvGrpSpPr/>
            <p:nvPr/>
          </p:nvGrpSpPr>
          <p:grpSpPr>
            <a:xfrm>
              <a:off x="-1339136" y="2979971"/>
              <a:ext cx="1961448" cy="1961448"/>
              <a:chOff x="3335760" y="960480"/>
              <a:chExt cx="1286280" cy="1286280"/>
            </a:xfrm>
          </p:grpSpPr>
          <p:sp>
            <p:nvSpPr>
              <p:cNvPr id="42" name="Google Shape;42;p6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6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6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6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6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oogle Shape;47;p6"/>
            <p:cNvGrpSpPr/>
            <p:nvPr/>
          </p:nvGrpSpPr>
          <p:grpSpPr>
            <a:xfrm>
              <a:off x="8424008" y="559481"/>
              <a:ext cx="799841" cy="799292"/>
              <a:chOff x="6807240" y="2796480"/>
              <a:chExt cx="524520" cy="52416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6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" name="Google Shape;50;p6"/>
            <p:cNvSpPr/>
            <p:nvPr/>
          </p:nvSpPr>
          <p:spPr>
            <a:xfrm>
              <a:off x="8517484" y="-739612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-670166" y="4714488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1F615F5-6CF9-438A-86C8-4E3AF5862B03}"/>
              </a:ext>
            </a:extLst>
          </p:cNvPr>
          <p:cNvSpPr/>
          <p:nvPr userDrawn="1"/>
        </p:nvSpPr>
        <p:spPr>
          <a:xfrm>
            <a:off x="0" y="-17487"/>
            <a:ext cx="9144000" cy="689586"/>
          </a:xfrm>
          <a:prstGeom prst="rect">
            <a:avLst/>
          </a:prstGeom>
          <a:solidFill>
            <a:srgbClr val="3B6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3E97A8-6336-4B50-BEFD-8A38444081EC}"/>
              </a:ext>
            </a:extLst>
          </p:cNvPr>
          <p:cNvCxnSpPr>
            <a:cxnSpLocks/>
          </p:cNvCxnSpPr>
          <p:nvPr userDrawn="1"/>
        </p:nvCxnSpPr>
        <p:spPr>
          <a:xfrm>
            <a:off x="279566" y="617934"/>
            <a:ext cx="0" cy="380286"/>
          </a:xfrm>
          <a:prstGeom prst="straightConnector1">
            <a:avLst/>
          </a:prstGeom>
          <a:ln w="38100">
            <a:solidFill>
              <a:srgbClr val="3B635A">
                <a:alpha val="70000"/>
              </a:srgb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NUM">
            <a:extLst>
              <a:ext uri="{FF2B5EF4-FFF2-40B4-BE49-F238E27FC236}">
                <a16:creationId xmlns:a16="http://schemas.microsoft.com/office/drawing/2014/main" id="{F56AF5F3-8DCB-4CED-A205-F1972746B2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TITLE"/>
          <p:cNvSpPr txBox="1">
            <a:spLocks noGrp="1"/>
          </p:cNvSpPr>
          <p:nvPr>
            <p:ph type="title"/>
          </p:nvPr>
        </p:nvSpPr>
        <p:spPr>
          <a:xfrm>
            <a:off x="406741" y="40956"/>
            <a:ext cx="82968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rgbClr val="FFFFFF"/>
                </a:solidFill>
                <a:latin typeface="Nunito Black" panose="00000A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803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.the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1C84C5-2EF2-4E52-8A4A-D0D926FE9D45}"/>
              </a:ext>
            </a:extLst>
          </p:cNvPr>
          <p:cNvGrpSpPr/>
          <p:nvPr userDrawn="1"/>
        </p:nvGrpSpPr>
        <p:grpSpPr>
          <a:xfrm>
            <a:off x="0" y="-8651"/>
            <a:ext cx="9144000" cy="5160801"/>
            <a:chOff x="0" y="-914087"/>
            <a:chExt cx="9144000" cy="516080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698FD57-F1A2-4186-BE1F-D52E0CF6082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914087"/>
              <a:ext cx="9144000" cy="5143500"/>
            </a:xfrm>
            <a:prstGeom prst="rect">
              <a:avLst/>
            </a:prstGeom>
            <a:noFill/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ABBD22-568B-42F8-9D48-40BF42AC552E}"/>
                </a:ext>
              </a:extLst>
            </p:cNvPr>
            <p:cNvSpPr/>
            <p:nvPr userDrawn="1"/>
          </p:nvSpPr>
          <p:spPr>
            <a:xfrm>
              <a:off x="0" y="-914087"/>
              <a:ext cx="9144000" cy="5160801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alpha val="25000"/>
                  </a:schemeClr>
                </a:gs>
                <a:gs pos="46000">
                  <a:schemeClr val="accent3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9E4EF08-914E-4B97-8675-7808B8F32A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840480" y="-1183162"/>
            <a:ext cx="7509823" cy="7509823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716BC5D2-41F2-4655-8586-062418616DF8}"/>
              </a:ext>
            </a:extLst>
          </p:cNvPr>
          <p:cNvSpPr/>
          <p:nvPr userDrawn="1"/>
        </p:nvSpPr>
        <p:spPr>
          <a:xfrm>
            <a:off x="597635" y="645271"/>
            <a:ext cx="7948730" cy="38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3B635A"/>
            </a:solidFill>
            <a:prstDash val="solid"/>
          </a:ln>
          <a:effectLst>
            <a:outerShdw blurRad="50800" dist="50800" dir="5400000" sx="101000" sy="101000" algn="ctr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sz="1200"/>
          </a:p>
        </p:txBody>
      </p:sp>
      <p:grpSp>
        <p:nvGrpSpPr>
          <p:cNvPr id="17" name="Google Shape;179;p24">
            <a:extLst>
              <a:ext uri="{FF2B5EF4-FFF2-40B4-BE49-F238E27FC236}">
                <a16:creationId xmlns:a16="http://schemas.microsoft.com/office/drawing/2014/main" id="{FD095E8A-8A3C-4DE1-BD27-07D35A2329E0}"/>
              </a:ext>
            </a:extLst>
          </p:cNvPr>
          <p:cNvGrpSpPr/>
          <p:nvPr userDrawn="1"/>
        </p:nvGrpSpPr>
        <p:grpSpPr>
          <a:xfrm>
            <a:off x="7399849" y="645271"/>
            <a:ext cx="1146516" cy="2391326"/>
            <a:chOff x="7138305" y="-514637"/>
            <a:chExt cx="2733235" cy="6161707"/>
          </a:xfrm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grpSpPr>
        <p:grpSp>
          <p:nvGrpSpPr>
            <p:cNvPr id="18" name="Google Shape;180;p24">
              <a:extLst>
                <a:ext uri="{FF2B5EF4-FFF2-40B4-BE49-F238E27FC236}">
                  <a16:creationId xmlns:a16="http://schemas.microsoft.com/office/drawing/2014/main" id="{93166AB7-B007-4489-80C5-57122931BFA6}"/>
                </a:ext>
              </a:extLst>
            </p:cNvPr>
            <p:cNvGrpSpPr/>
            <p:nvPr/>
          </p:nvGrpSpPr>
          <p:grpSpPr>
            <a:xfrm>
              <a:off x="7453739" y="1762646"/>
              <a:ext cx="1961448" cy="1961448"/>
              <a:chOff x="3335760" y="960480"/>
              <a:chExt cx="1286280" cy="1286280"/>
            </a:xfrm>
          </p:grpSpPr>
          <p:sp>
            <p:nvSpPr>
              <p:cNvPr id="36" name="Google Shape;181;p24">
                <a:extLst>
                  <a:ext uri="{FF2B5EF4-FFF2-40B4-BE49-F238E27FC236}">
                    <a16:creationId xmlns:a16="http://schemas.microsoft.com/office/drawing/2014/main" id="{2D92B3CD-79E6-4FA9-A1D3-6FF7AF3F4E17}"/>
                  </a:ext>
                </a:extLst>
              </p:cNvPr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182;p24">
                <a:extLst>
                  <a:ext uri="{FF2B5EF4-FFF2-40B4-BE49-F238E27FC236}">
                    <a16:creationId xmlns:a16="http://schemas.microsoft.com/office/drawing/2014/main" id="{DD67ACE2-B57C-40F5-89CA-0A0ED8598565}"/>
                  </a:ext>
                </a:extLst>
              </p:cNvPr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83;p24">
                <a:extLst>
                  <a:ext uri="{FF2B5EF4-FFF2-40B4-BE49-F238E27FC236}">
                    <a16:creationId xmlns:a16="http://schemas.microsoft.com/office/drawing/2014/main" id="{95DB8596-727A-4FE0-95DB-15F93655ABE2}"/>
                  </a:ext>
                </a:extLst>
              </p:cNvPr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84;p24">
                <a:extLst>
                  <a:ext uri="{FF2B5EF4-FFF2-40B4-BE49-F238E27FC236}">
                    <a16:creationId xmlns:a16="http://schemas.microsoft.com/office/drawing/2014/main" id="{B32192EF-A1D3-407D-BCC8-BF5D2FC76351}"/>
                  </a:ext>
                </a:extLst>
              </p:cNvPr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185;p24">
                <a:extLst>
                  <a:ext uri="{FF2B5EF4-FFF2-40B4-BE49-F238E27FC236}">
                    <a16:creationId xmlns:a16="http://schemas.microsoft.com/office/drawing/2014/main" id="{A4201FD6-3248-403F-A96F-3F7C17203FAC}"/>
                  </a:ext>
                </a:extLst>
              </p:cNvPr>
              <p:cNvSpPr/>
              <p:nvPr/>
            </p:nvSpPr>
            <p:spPr>
              <a:xfrm>
                <a:off x="3805202" y="1429919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88;p24">
              <a:extLst>
                <a:ext uri="{FF2B5EF4-FFF2-40B4-BE49-F238E27FC236}">
                  <a16:creationId xmlns:a16="http://schemas.microsoft.com/office/drawing/2014/main" id="{F2767602-FB09-49CC-BD19-7CFC8C34C6E6}"/>
                </a:ext>
              </a:extLst>
            </p:cNvPr>
            <p:cNvSpPr/>
            <p:nvPr/>
          </p:nvSpPr>
          <p:spPr>
            <a:xfrm>
              <a:off x="7746372" y="4419038"/>
              <a:ext cx="1228031" cy="1228032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" name="Google Shape;189;p24">
              <a:extLst>
                <a:ext uri="{FF2B5EF4-FFF2-40B4-BE49-F238E27FC236}">
                  <a16:creationId xmlns:a16="http://schemas.microsoft.com/office/drawing/2014/main" id="{819266C0-9E98-4A11-A94C-7161BE430577}"/>
                </a:ext>
              </a:extLst>
            </p:cNvPr>
            <p:cNvGrpSpPr/>
            <p:nvPr/>
          </p:nvGrpSpPr>
          <p:grpSpPr>
            <a:xfrm>
              <a:off x="8065000" y="-188373"/>
              <a:ext cx="1806540" cy="1730335"/>
              <a:chOff x="4996146" y="494640"/>
              <a:chExt cx="1184694" cy="1134720"/>
            </a:xfrm>
          </p:grpSpPr>
          <p:sp>
            <p:nvSpPr>
              <p:cNvPr id="30" name="Google Shape;190;p24">
                <a:extLst>
                  <a:ext uri="{FF2B5EF4-FFF2-40B4-BE49-F238E27FC236}">
                    <a16:creationId xmlns:a16="http://schemas.microsoft.com/office/drawing/2014/main" id="{3447E894-449A-4E73-84D8-FAB1B83B6E57}"/>
                  </a:ext>
                </a:extLst>
              </p:cNvPr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3152" extrusionOk="0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191;p24">
                <a:extLst>
                  <a:ext uri="{FF2B5EF4-FFF2-40B4-BE49-F238E27FC236}">
                    <a16:creationId xmlns:a16="http://schemas.microsoft.com/office/drawing/2014/main" id="{D681AFDA-8606-4936-BE4B-154A2C0E7AAA}"/>
                  </a:ext>
                </a:extLst>
              </p:cNvPr>
              <p:cNvSpPr/>
              <p:nvPr/>
            </p:nvSpPr>
            <p:spPr>
              <a:xfrm>
                <a:off x="4996146" y="851220"/>
                <a:ext cx="261720" cy="26172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92;p24">
                <a:extLst>
                  <a:ext uri="{FF2B5EF4-FFF2-40B4-BE49-F238E27FC236}">
                    <a16:creationId xmlns:a16="http://schemas.microsoft.com/office/drawing/2014/main" id="{4EA44E63-0874-41C8-A2CE-80452D8E4149}"/>
                  </a:ext>
                </a:extLst>
              </p:cNvPr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93;p24">
                <a:extLst>
                  <a:ext uri="{FF2B5EF4-FFF2-40B4-BE49-F238E27FC236}">
                    <a16:creationId xmlns:a16="http://schemas.microsoft.com/office/drawing/2014/main" id="{8F1B8D92-6643-4AC4-9FB1-703D73FF2757}"/>
                  </a:ext>
                </a:extLst>
              </p:cNvPr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19" extrusionOk="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94;p24">
                <a:extLst>
                  <a:ext uri="{FF2B5EF4-FFF2-40B4-BE49-F238E27FC236}">
                    <a16:creationId xmlns:a16="http://schemas.microsoft.com/office/drawing/2014/main" id="{A194EDF9-E477-4D56-A50C-3DA0F599D2D6}"/>
                  </a:ext>
                </a:extLst>
              </p:cNvPr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195;p24">
                <a:extLst>
                  <a:ext uri="{FF2B5EF4-FFF2-40B4-BE49-F238E27FC236}">
                    <a16:creationId xmlns:a16="http://schemas.microsoft.com/office/drawing/2014/main" id="{5B51F9F7-A3DF-4637-BFA4-2EC4BEC9A640}"/>
                  </a:ext>
                </a:extLst>
              </p:cNvPr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196;p24">
              <a:extLst>
                <a:ext uri="{FF2B5EF4-FFF2-40B4-BE49-F238E27FC236}">
                  <a16:creationId xmlns:a16="http://schemas.microsoft.com/office/drawing/2014/main" id="{B5DD8040-1038-4A86-AA80-F9DA6721250B}"/>
                </a:ext>
              </a:extLst>
            </p:cNvPr>
            <p:cNvGrpSpPr/>
            <p:nvPr/>
          </p:nvGrpSpPr>
          <p:grpSpPr>
            <a:xfrm>
              <a:off x="7265158" y="886006"/>
              <a:ext cx="799841" cy="799292"/>
              <a:chOff x="6807240" y="2796480"/>
              <a:chExt cx="524520" cy="524160"/>
            </a:xfrm>
          </p:grpSpPr>
          <p:sp>
            <p:nvSpPr>
              <p:cNvPr id="28" name="Google Shape;197;p24">
                <a:extLst>
                  <a:ext uri="{FF2B5EF4-FFF2-40B4-BE49-F238E27FC236}">
                    <a16:creationId xmlns:a16="http://schemas.microsoft.com/office/drawing/2014/main" id="{B2345CA5-BF5E-42C0-8FA1-D8A5BCB382BB}"/>
                  </a:ext>
                </a:extLst>
              </p:cNvPr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198;p24">
                <a:extLst>
                  <a:ext uri="{FF2B5EF4-FFF2-40B4-BE49-F238E27FC236}">
                    <a16:creationId xmlns:a16="http://schemas.microsoft.com/office/drawing/2014/main" id="{F0C04F53-E630-486B-A6A9-75B579E36A82}"/>
                  </a:ext>
                </a:extLst>
              </p:cNvPr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" name="Google Shape;199;p24">
              <a:extLst>
                <a:ext uri="{FF2B5EF4-FFF2-40B4-BE49-F238E27FC236}">
                  <a16:creationId xmlns:a16="http://schemas.microsoft.com/office/drawing/2014/main" id="{D8E61AFE-CAB8-4E03-A9DA-89298EB9B122}"/>
                </a:ext>
              </a:extLst>
            </p:cNvPr>
            <p:cNvGrpSpPr/>
            <p:nvPr/>
          </p:nvGrpSpPr>
          <p:grpSpPr>
            <a:xfrm>
              <a:off x="7265153" y="3590184"/>
              <a:ext cx="1218700" cy="1218700"/>
              <a:chOff x="5033520" y="2269080"/>
              <a:chExt cx="799200" cy="799200"/>
            </a:xfrm>
          </p:grpSpPr>
          <p:sp>
            <p:nvSpPr>
              <p:cNvPr id="25" name="Google Shape;200;p24">
                <a:extLst>
                  <a:ext uri="{FF2B5EF4-FFF2-40B4-BE49-F238E27FC236}">
                    <a16:creationId xmlns:a16="http://schemas.microsoft.com/office/drawing/2014/main" id="{F6AAD3C7-F15B-415F-89E4-5DEC539A8A15}"/>
                  </a:ext>
                </a:extLst>
              </p:cNvPr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220" extrusionOk="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01;p24">
                <a:extLst>
                  <a:ext uri="{FF2B5EF4-FFF2-40B4-BE49-F238E27FC236}">
                    <a16:creationId xmlns:a16="http://schemas.microsoft.com/office/drawing/2014/main" id="{492B2CF7-9235-4E6F-8D8F-169B642A0689}"/>
                  </a:ext>
                </a:extLst>
              </p:cNvPr>
              <p:cNvSpPr/>
              <p:nvPr/>
            </p:nvSpPr>
            <p:spPr>
              <a:xfrm>
                <a:off x="5148362" y="2383920"/>
                <a:ext cx="569880" cy="569521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582" extrusionOk="0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02;p24">
                <a:extLst>
                  <a:ext uri="{FF2B5EF4-FFF2-40B4-BE49-F238E27FC236}">
                    <a16:creationId xmlns:a16="http://schemas.microsoft.com/office/drawing/2014/main" id="{36347E28-8F4B-4F60-9E6F-B07CC118BB37}"/>
                  </a:ext>
                </a:extLst>
              </p:cNvPr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4" extrusionOk="0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" name="Google Shape;203;p24">
              <a:extLst>
                <a:ext uri="{FF2B5EF4-FFF2-40B4-BE49-F238E27FC236}">
                  <a16:creationId xmlns:a16="http://schemas.microsoft.com/office/drawing/2014/main" id="{E33E009A-5404-4FFC-B83F-A6F51304F5BD}"/>
                </a:ext>
              </a:extLst>
            </p:cNvPr>
            <p:cNvSpPr/>
            <p:nvPr/>
          </p:nvSpPr>
          <p:spPr>
            <a:xfrm>
              <a:off x="7138305" y="3141673"/>
              <a:ext cx="447947" cy="448501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04;p24">
              <a:extLst>
                <a:ext uri="{FF2B5EF4-FFF2-40B4-BE49-F238E27FC236}">
                  <a16:creationId xmlns:a16="http://schemas.microsoft.com/office/drawing/2014/main" id="{5C24A824-6E26-482C-A6CD-7311F6EDA1C1}"/>
                </a:ext>
              </a:extLst>
            </p:cNvPr>
            <p:cNvSpPr/>
            <p:nvPr/>
          </p:nvSpPr>
          <p:spPr>
            <a:xfrm>
              <a:off x="7401434" y="-514637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128;p14">
            <a:extLst>
              <a:ext uri="{FF2B5EF4-FFF2-40B4-BE49-F238E27FC236}">
                <a16:creationId xmlns:a16="http://schemas.microsoft.com/office/drawing/2014/main" id="{6F7ABEE0-8910-44F4-BD3E-5BB53CF4B964}"/>
              </a:ext>
            </a:extLst>
          </p:cNvPr>
          <p:cNvSpPr/>
          <p:nvPr userDrawn="1"/>
        </p:nvSpPr>
        <p:spPr>
          <a:xfrm rot="16200000">
            <a:off x="527471" y="3069356"/>
            <a:ext cx="569982" cy="569590"/>
          </a:xfrm>
          <a:custGeom>
            <a:avLst/>
            <a:gdLst/>
            <a:ahLst/>
            <a:cxnLst/>
            <a:rect l="l" t="t" r="r" b="b"/>
            <a:pathLst>
              <a:path w="1457" h="1456" extrusionOk="0">
                <a:moveTo>
                  <a:pt x="729" y="1456"/>
                </a:moveTo>
                <a:cubicBezTo>
                  <a:pt x="327" y="1456"/>
                  <a:pt x="0" y="1130"/>
                  <a:pt x="0" y="728"/>
                </a:cubicBezTo>
                <a:cubicBezTo>
                  <a:pt x="0" y="327"/>
                  <a:pt x="327" y="0"/>
                  <a:pt x="729" y="0"/>
                </a:cubicBezTo>
                <a:cubicBezTo>
                  <a:pt x="744" y="0"/>
                  <a:pt x="756" y="12"/>
                  <a:pt x="756" y="27"/>
                </a:cubicBezTo>
                <a:cubicBezTo>
                  <a:pt x="756" y="42"/>
                  <a:pt x="744" y="54"/>
                  <a:pt x="729" y="54"/>
                </a:cubicBezTo>
                <a:cubicBezTo>
                  <a:pt x="357" y="54"/>
                  <a:pt x="55" y="356"/>
                  <a:pt x="55" y="728"/>
                </a:cubicBezTo>
                <a:cubicBezTo>
                  <a:pt x="55" y="1100"/>
                  <a:pt x="357" y="1402"/>
                  <a:pt x="729" y="1402"/>
                </a:cubicBezTo>
                <a:cubicBezTo>
                  <a:pt x="1101" y="1402"/>
                  <a:pt x="1403" y="1100"/>
                  <a:pt x="1403" y="728"/>
                </a:cubicBezTo>
                <a:cubicBezTo>
                  <a:pt x="1403" y="713"/>
                  <a:pt x="1415" y="701"/>
                  <a:pt x="1430" y="701"/>
                </a:cubicBezTo>
                <a:cubicBezTo>
                  <a:pt x="1445" y="701"/>
                  <a:pt x="1457" y="713"/>
                  <a:pt x="1457" y="728"/>
                </a:cubicBezTo>
                <a:cubicBezTo>
                  <a:pt x="1457" y="1130"/>
                  <a:pt x="1130" y="1456"/>
                  <a:pt x="729" y="14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129;p14">
            <a:extLst>
              <a:ext uri="{FF2B5EF4-FFF2-40B4-BE49-F238E27FC236}">
                <a16:creationId xmlns:a16="http://schemas.microsoft.com/office/drawing/2014/main" id="{79A62A0F-AD49-4973-A259-3448A5C1BF31}"/>
              </a:ext>
            </a:extLst>
          </p:cNvPr>
          <p:cNvSpPr/>
          <p:nvPr userDrawn="1"/>
        </p:nvSpPr>
        <p:spPr>
          <a:xfrm rot="16200000">
            <a:off x="620383" y="3161797"/>
            <a:ext cx="384158" cy="384158"/>
          </a:xfrm>
          <a:custGeom>
            <a:avLst/>
            <a:gdLst/>
            <a:ahLst/>
            <a:cxnLst/>
            <a:rect l="l" t="t" r="r" b="b"/>
            <a:pathLst>
              <a:path w="982" h="982" extrusionOk="0">
                <a:moveTo>
                  <a:pt x="491" y="271"/>
                </a:moveTo>
                <a:cubicBezTo>
                  <a:pt x="370" y="271"/>
                  <a:pt x="271" y="370"/>
                  <a:pt x="271" y="491"/>
                </a:cubicBezTo>
                <a:cubicBezTo>
                  <a:pt x="271" y="612"/>
                  <a:pt x="370" y="711"/>
                  <a:pt x="491" y="711"/>
                </a:cubicBezTo>
                <a:cubicBezTo>
                  <a:pt x="612" y="711"/>
                  <a:pt x="711" y="612"/>
                  <a:pt x="711" y="491"/>
                </a:cubicBezTo>
                <a:cubicBezTo>
                  <a:pt x="711" y="370"/>
                  <a:pt x="612" y="271"/>
                  <a:pt x="491" y="271"/>
                </a:cubicBezTo>
                <a:moveTo>
                  <a:pt x="491" y="982"/>
                </a:moveTo>
                <a:cubicBezTo>
                  <a:pt x="220" y="982"/>
                  <a:pt x="0" y="762"/>
                  <a:pt x="0" y="491"/>
                </a:cubicBezTo>
                <a:cubicBezTo>
                  <a:pt x="0" y="221"/>
                  <a:pt x="220" y="0"/>
                  <a:pt x="491" y="0"/>
                </a:cubicBezTo>
                <a:cubicBezTo>
                  <a:pt x="761" y="0"/>
                  <a:pt x="982" y="221"/>
                  <a:pt x="982" y="491"/>
                </a:cubicBezTo>
                <a:cubicBezTo>
                  <a:pt x="982" y="762"/>
                  <a:pt x="761" y="982"/>
                  <a:pt x="491" y="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31;p14">
            <a:extLst>
              <a:ext uri="{FF2B5EF4-FFF2-40B4-BE49-F238E27FC236}">
                <a16:creationId xmlns:a16="http://schemas.microsoft.com/office/drawing/2014/main" id="{3E191935-B238-46B3-99A9-64CD18A962AC}"/>
              </a:ext>
            </a:extLst>
          </p:cNvPr>
          <p:cNvSpPr/>
          <p:nvPr userDrawn="1"/>
        </p:nvSpPr>
        <p:spPr>
          <a:xfrm rot="5400000">
            <a:off x="597635" y="3598628"/>
            <a:ext cx="868462" cy="868462"/>
          </a:xfrm>
          <a:custGeom>
            <a:avLst/>
            <a:gdLst/>
            <a:ahLst/>
            <a:cxnLst/>
            <a:rect l="l" t="t" r="r" b="b"/>
            <a:pathLst>
              <a:path w="2220" h="2220" extrusionOk="0">
                <a:moveTo>
                  <a:pt x="1110" y="2220"/>
                </a:moveTo>
                <a:cubicBezTo>
                  <a:pt x="498" y="2220"/>
                  <a:pt x="0" y="1722"/>
                  <a:pt x="0" y="1110"/>
                </a:cubicBezTo>
                <a:cubicBezTo>
                  <a:pt x="0" y="498"/>
                  <a:pt x="498" y="0"/>
                  <a:pt x="1110" y="0"/>
                </a:cubicBezTo>
                <a:lnTo>
                  <a:pt x="1110" y="54"/>
                </a:lnTo>
                <a:cubicBezTo>
                  <a:pt x="528" y="54"/>
                  <a:pt x="54" y="528"/>
                  <a:pt x="54" y="1110"/>
                </a:cubicBezTo>
                <a:cubicBezTo>
                  <a:pt x="54" y="1692"/>
                  <a:pt x="528" y="2166"/>
                  <a:pt x="1110" y="2166"/>
                </a:cubicBezTo>
                <a:cubicBezTo>
                  <a:pt x="1693" y="2166"/>
                  <a:pt x="2167" y="1692"/>
                  <a:pt x="2167" y="1110"/>
                </a:cubicBezTo>
                <a:lnTo>
                  <a:pt x="2220" y="1110"/>
                </a:lnTo>
                <a:cubicBezTo>
                  <a:pt x="2220" y="1722"/>
                  <a:pt x="1723" y="2220"/>
                  <a:pt x="1110" y="22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32;p14">
            <a:extLst>
              <a:ext uri="{FF2B5EF4-FFF2-40B4-BE49-F238E27FC236}">
                <a16:creationId xmlns:a16="http://schemas.microsoft.com/office/drawing/2014/main" id="{0137488A-5CAD-4452-A83C-F304E1737968}"/>
              </a:ext>
            </a:extLst>
          </p:cNvPr>
          <p:cNvSpPr/>
          <p:nvPr userDrawn="1"/>
        </p:nvSpPr>
        <p:spPr>
          <a:xfrm rot="5400000">
            <a:off x="722232" y="3723696"/>
            <a:ext cx="619268" cy="618876"/>
          </a:xfrm>
          <a:custGeom>
            <a:avLst/>
            <a:gdLst/>
            <a:ahLst/>
            <a:cxnLst/>
            <a:rect l="l" t="t" r="r" b="b"/>
            <a:pathLst>
              <a:path w="1583" h="1582" extrusionOk="0">
                <a:moveTo>
                  <a:pt x="791" y="54"/>
                </a:moveTo>
                <a:cubicBezTo>
                  <a:pt x="385" y="54"/>
                  <a:pt x="54" y="385"/>
                  <a:pt x="54" y="791"/>
                </a:cubicBezTo>
                <a:cubicBezTo>
                  <a:pt x="54" y="1197"/>
                  <a:pt x="385" y="1528"/>
                  <a:pt x="791" y="1528"/>
                </a:cubicBezTo>
                <a:cubicBezTo>
                  <a:pt x="1198" y="1528"/>
                  <a:pt x="1528" y="1197"/>
                  <a:pt x="1528" y="791"/>
                </a:cubicBezTo>
                <a:cubicBezTo>
                  <a:pt x="1528" y="385"/>
                  <a:pt x="1198" y="54"/>
                  <a:pt x="791" y="54"/>
                </a:cubicBezTo>
                <a:moveTo>
                  <a:pt x="791" y="1582"/>
                </a:moveTo>
                <a:cubicBezTo>
                  <a:pt x="355" y="1582"/>
                  <a:pt x="0" y="1227"/>
                  <a:pt x="0" y="791"/>
                </a:cubicBezTo>
                <a:cubicBezTo>
                  <a:pt x="0" y="355"/>
                  <a:pt x="355" y="0"/>
                  <a:pt x="791" y="0"/>
                </a:cubicBezTo>
                <a:cubicBezTo>
                  <a:pt x="1228" y="0"/>
                  <a:pt x="1583" y="355"/>
                  <a:pt x="1583" y="791"/>
                </a:cubicBezTo>
                <a:cubicBezTo>
                  <a:pt x="1583" y="1227"/>
                  <a:pt x="1228" y="1582"/>
                  <a:pt x="791" y="158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33;p14">
            <a:extLst>
              <a:ext uri="{FF2B5EF4-FFF2-40B4-BE49-F238E27FC236}">
                <a16:creationId xmlns:a16="http://schemas.microsoft.com/office/drawing/2014/main" id="{56F02708-1150-4907-99A9-33E6E471110B}"/>
              </a:ext>
            </a:extLst>
          </p:cNvPr>
          <p:cNvSpPr/>
          <p:nvPr userDrawn="1"/>
        </p:nvSpPr>
        <p:spPr>
          <a:xfrm rot="5400000">
            <a:off x="847026" y="3848488"/>
            <a:ext cx="369682" cy="369292"/>
          </a:xfrm>
          <a:custGeom>
            <a:avLst/>
            <a:gdLst/>
            <a:ahLst/>
            <a:cxnLst/>
            <a:rect l="l" t="t" r="r" b="b"/>
            <a:pathLst>
              <a:path w="945" h="944" extrusionOk="0">
                <a:moveTo>
                  <a:pt x="472" y="54"/>
                </a:moveTo>
                <a:cubicBezTo>
                  <a:pt x="242" y="54"/>
                  <a:pt x="54" y="241"/>
                  <a:pt x="54" y="472"/>
                </a:cubicBezTo>
                <a:cubicBezTo>
                  <a:pt x="54" y="703"/>
                  <a:pt x="242" y="890"/>
                  <a:pt x="472" y="890"/>
                </a:cubicBezTo>
                <a:cubicBezTo>
                  <a:pt x="703" y="890"/>
                  <a:pt x="891" y="703"/>
                  <a:pt x="891" y="472"/>
                </a:cubicBezTo>
                <a:cubicBezTo>
                  <a:pt x="891" y="241"/>
                  <a:pt x="703" y="54"/>
                  <a:pt x="472" y="54"/>
                </a:cubicBezTo>
                <a:moveTo>
                  <a:pt x="472" y="944"/>
                </a:moveTo>
                <a:cubicBezTo>
                  <a:pt x="212" y="944"/>
                  <a:pt x="0" y="733"/>
                  <a:pt x="0" y="472"/>
                </a:cubicBezTo>
                <a:cubicBezTo>
                  <a:pt x="0" y="212"/>
                  <a:pt x="212" y="0"/>
                  <a:pt x="472" y="0"/>
                </a:cubicBezTo>
                <a:cubicBezTo>
                  <a:pt x="733" y="0"/>
                  <a:pt x="945" y="212"/>
                  <a:pt x="945" y="472"/>
                </a:cubicBezTo>
                <a:cubicBezTo>
                  <a:pt x="945" y="733"/>
                  <a:pt x="733" y="944"/>
                  <a:pt x="472" y="94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CB9CD-4B38-4789-9E3F-1066CC007E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6262" y="705839"/>
            <a:ext cx="861998" cy="8639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769424-F423-49C5-BD02-F20B1B57D5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607235" y="3711274"/>
            <a:ext cx="939130" cy="807846"/>
          </a:xfrm>
          <a:prstGeom prst="rect">
            <a:avLst/>
          </a:prstGeom>
        </p:spPr>
      </p:pic>
      <p:sp>
        <p:nvSpPr>
          <p:cNvPr id="7" name="TXT1">
            <a:extLst>
              <a:ext uri="{FF2B5EF4-FFF2-40B4-BE49-F238E27FC236}">
                <a16:creationId xmlns:a16="http://schemas.microsoft.com/office/drawing/2014/main" id="{8406EC60-5E41-408B-973F-8A3CA24351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7261" y="3080147"/>
            <a:ext cx="6949478" cy="600308"/>
          </a:xfrm>
        </p:spPr>
        <p:txBody>
          <a:bodyPr anchor="ctr"/>
          <a:lstStyle>
            <a:lvl1pPr marL="0" indent="0" algn="ctr">
              <a:buNone/>
              <a:tabLst/>
              <a:defRPr sz="18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The end!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B8BF073-7FCD-4059-A1F3-28CC5032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1" y="1657663"/>
            <a:ext cx="6949478" cy="1422484"/>
          </a:xfrm>
        </p:spPr>
        <p:txBody>
          <a:bodyPr/>
          <a:lstStyle>
            <a:lvl1pPr>
              <a:defRPr sz="4400">
                <a:solidFill>
                  <a:srgbClr val="3B635A"/>
                </a:solidFill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63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.theen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">
            <a:extLst>
              <a:ext uri="{FF2B5EF4-FFF2-40B4-BE49-F238E27FC236}">
                <a16:creationId xmlns:a16="http://schemas.microsoft.com/office/drawing/2014/main" id="{31CF110C-5AED-45A0-B349-7383B55795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3377" y="2571752"/>
            <a:ext cx="7477246" cy="122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E6CF5F0-FEC6-49AE-BC43-A361F804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377" y="1205359"/>
            <a:ext cx="7477246" cy="1366391"/>
          </a:xfrm>
        </p:spPr>
        <p:txBody>
          <a:bodyPr/>
          <a:lstStyle>
            <a:lvl1pPr>
              <a:defRPr sz="4800">
                <a:latin typeface="Nunito Black" panose="00000A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5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9"/>
          <p:cNvGrpSpPr/>
          <p:nvPr/>
        </p:nvGrpSpPr>
        <p:grpSpPr>
          <a:xfrm>
            <a:off x="-1339136" y="-739612"/>
            <a:ext cx="11084655" cy="6682135"/>
            <a:chOff x="-1339136" y="-739612"/>
            <a:chExt cx="11084655" cy="6682135"/>
          </a:xfrm>
        </p:grpSpPr>
        <p:grpSp>
          <p:nvGrpSpPr>
            <p:cNvPr id="79" name="Google Shape;79;p9"/>
            <p:cNvGrpSpPr/>
            <p:nvPr/>
          </p:nvGrpSpPr>
          <p:grpSpPr>
            <a:xfrm>
              <a:off x="-1339136" y="2979971"/>
              <a:ext cx="1961448" cy="1961448"/>
              <a:chOff x="3335760" y="960480"/>
              <a:chExt cx="1286280" cy="1286280"/>
            </a:xfrm>
          </p:grpSpPr>
          <p:sp>
            <p:nvSpPr>
              <p:cNvPr id="80" name="Google Shape;80;p9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3573" extrusionOk="0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avLst/>
                <a:gdLst/>
                <a:ahLst/>
                <a:cxnLst/>
                <a:rect l="l" t="t" r="r" b="b"/>
                <a:pathLst>
                  <a:path w="2920" h="2921" extrusionOk="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269" extrusionOk="0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9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617" extrusionOk="0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9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5" extrusionOk="0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9"/>
            <p:cNvGrpSpPr/>
            <p:nvPr/>
          </p:nvGrpSpPr>
          <p:grpSpPr>
            <a:xfrm>
              <a:off x="8424008" y="559481"/>
              <a:ext cx="799841" cy="799292"/>
              <a:chOff x="6807240" y="2796480"/>
              <a:chExt cx="524520" cy="524160"/>
            </a:xfrm>
          </p:grpSpPr>
          <p:sp>
            <p:nvSpPr>
              <p:cNvPr id="86" name="Google Shape;86;p9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9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" name="Google Shape;88;p9"/>
            <p:cNvSpPr/>
            <p:nvPr/>
          </p:nvSpPr>
          <p:spPr>
            <a:xfrm>
              <a:off x="8517484" y="-739612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-670166" y="4714488"/>
              <a:ext cx="1228035" cy="1228035"/>
            </a:xfrm>
            <a:custGeom>
              <a:avLst/>
              <a:gdLst/>
              <a:ahLst/>
              <a:cxnLst/>
              <a:rect l="l" t="t" r="r" b="b"/>
              <a:pathLst>
                <a:path w="2237" h="2237" extrusionOk="0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SUBTITLE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TITLE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6" name="Google Shape;96;p11"/>
          <p:cNvGrpSpPr/>
          <p:nvPr/>
        </p:nvGrpSpPr>
        <p:grpSpPr>
          <a:xfrm>
            <a:off x="-83675" y="3125065"/>
            <a:ext cx="9933867" cy="2244971"/>
            <a:chOff x="-83675" y="3125065"/>
            <a:chExt cx="9933867" cy="2244971"/>
          </a:xfrm>
        </p:grpSpPr>
        <p:sp>
          <p:nvSpPr>
            <p:cNvPr id="97" name="Google Shape;97;p11"/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" name="Google Shape;98;p11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99" name="Google Shape;99;p11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1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Google Shape;101;p11"/>
            <p:cNvGrpSpPr/>
            <p:nvPr/>
          </p:nvGrpSpPr>
          <p:grpSpPr>
            <a:xfrm>
              <a:off x="8156705" y="3125065"/>
              <a:ext cx="1693487" cy="1526222"/>
              <a:chOff x="6711840" y="214920"/>
              <a:chExt cx="1053360" cy="949320"/>
            </a:xfrm>
          </p:grpSpPr>
          <p:sp>
            <p:nvSpPr>
              <p:cNvPr id="102" name="Google Shape;102;p11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1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" name="Google Shape;104;p11"/>
            <p:cNvSpPr/>
            <p:nvPr/>
          </p:nvSpPr>
          <p:spPr>
            <a:xfrm>
              <a:off x="8313297" y="4465978"/>
              <a:ext cx="904062" cy="904058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-751747" y="165434"/>
            <a:ext cx="10982286" cy="4832295"/>
            <a:chOff x="-751747" y="165434"/>
            <a:chExt cx="10982286" cy="4832295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8500205" y="2759483"/>
              <a:ext cx="1730335" cy="2238246"/>
              <a:chOff x="5046120" y="494640"/>
              <a:chExt cx="1134720" cy="1467798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avLst/>
                <a:gdLst/>
                <a:ahLst/>
                <a:cxnLst/>
                <a:rect l="l" t="t" r="r" b="b"/>
                <a:pathLst>
                  <a:path w="3152" h="3152" extrusionOk="0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5146058" y="1700718"/>
                <a:ext cx="261720" cy="26172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19" extrusionOk="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0" extrusionOk="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" name="Google Shape;127;p14"/>
            <p:cNvGrpSpPr/>
            <p:nvPr/>
          </p:nvGrpSpPr>
          <p:grpSpPr>
            <a:xfrm rot="-5400000">
              <a:off x="-218492" y="1163331"/>
              <a:ext cx="799841" cy="799292"/>
              <a:chOff x="6807240" y="2796480"/>
              <a:chExt cx="524520" cy="524160"/>
            </a:xfrm>
          </p:grpSpPr>
          <p:sp>
            <p:nvSpPr>
              <p:cNvPr id="128" name="Google Shape;128;p14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1456" extrusionOk="0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982" extrusionOk="0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14"/>
            <p:cNvGrpSpPr/>
            <p:nvPr/>
          </p:nvGrpSpPr>
          <p:grpSpPr>
            <a:xfrm rot="5400000">
              <a:off x="-751747" y="165434"/>
              <a:ext cx="1218700" cy="1218700"/>
              <a:chOff x="5033520" y="2269080"/>
              <a:chExt cx="799200" cy="799200"/>
            </a:xfrm>
          </p:grpSpPr>
          <p:sp>
            <p:nvSpPr>
              <p:cNvPr id="131" name="Google Shape;131;p14"/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220" extrusionOk="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5148360" y="2383920"/>
                <a:ext cx="569880" cy="569520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582" extrusionOk="0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4" extrusionOk="0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"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-83675" y="3125065"/>
            <a:ext cx="9933867" cy="2244971"/>
            <a:chOff x="-83675" y="3125065"/>
            <a:chExt cx="9933867" cy="2244971"/>
          </a:xfrm>
        </p:grpSpPr>
        <p:sp>
          <p:nvSpPr>
            <p:cNvPr id="137" name="Google Shape;137;p15"/>
            <p:cNvSpPr/>
            <p:nvPr/>
          </p:nvSpPr>
          <p:spPr>
            <a:xfrm>
              <a:off x="-83675" y="4384642"/>
              <a:ext cx="488484" cy="489063"/>
            </a:xfrm>
            <a:custGeom>
              <a:avLst/>
              <a:gdLst/>
              <a:ahLst/>
              <a:cxnLst/>
              <a:rect l="l" t="t" r="r" b="b"/>
              <a:pathLst>
                <a:path w="844" h="845" extrusionOk="0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5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9" extrusionOk="0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352" extrusionOk="0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" name="Google Shape;141;p15"/>
            <p:cNvGrpSpPr/>
            <p:nvPr/>
          </p:nvGrpSpPr>
          <p:grpSpPr>
            <a:xfrm>
              <a:off x="8156705" y="3125065"/>
              <a:ext cx="1693487" cy="1526222"/>
              <a:chOff x="6711840" y="214920"/>
              <a:chExt cx="1053360" cy="94932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969" extrusionOk="0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" name="Google Shape;144;p15"/>
            <p:cNvSpPr/>
            <p:nvPr/>
          </p:nvSpPr>
          <p:spPr>
            <a:xfrm>
              <a:off x="8313297" y="4465978"/>
              <a:ext cx="904062" cy="904058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NUM">
            <a:extLst>
              <a:ext uri="{FF2B5EF4-FFF2-40B4-BE49-F238E27FC236}">
                <a16:creationId xmlns:a16="http://schemas.microsoft.com/office/drawing/2014/main" id="{60D63CC3-68D2-41CF-B71E-37D0261D5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1196" y="4842060"/>
            <a:ext cx="456570" cy="211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Nunito Black" panose="00000A00000000000000" pitchFamily="2" charset="0"/>
              </a:defRPr>
            </a:lvl1pPr>
          </a:lstStyle>
          <a:p>
            <a:fld id="{51AEE1A3-1EFC-485D-B2C8-59C4EE8823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_HVAN">
            <a:extLst>
              <a:ext uri="{FF2B5EF4-FFF2-40B4-BE49-F238E27FC236}">
                <a16:creationId xmlns:a16="http://schemas.microsoft.com/office/drawing/2014/main" id="{310F1E8E-9749-4BA1-881E-85453E1E8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78581" y="4842059"/>
            <a:ext cx="1582615" cy="211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Nunito SemiBold" panose="00000700000000000000" pitchFamily="2" charset="0"/>
              </a:defRPr>
            </a:lvl1pPr>
          </a:lstStyle>
          <a:p>
            <a:r>
              <a:rPr lang="en-US"/>
              <a:t>Học viện An ninh nhân dân</a:t>
            </a:r>
          </a:p>
        </p:txBody>
      </p:sp>
      <p:sp>
        <p:nvSpPr>
          <p:cNvPr id="7" name="TXT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lvl="0"/>
            <a:endParaRPr lang="en-US"/>
          </a:p>
        </p:txBody>
      </p:sp>
      <p:sp>
        <p:nvSpPr>
          <p:cNvPr id="6" name="TITLE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81" r:id="rId2"/>
    <p:sldLayoutId id="2147483682" r:id="rId3"/>
    <p:sldLayoutId id="2147483683" r:id="rId4"/>
    <p:sldLayoutId id="2147483684" r:id="rId5"/>
    <p:sldLayoutId id="2147483688" r:id="rId6"/>
    <p:sldLayoutId id="2147483685" r:id="rId7"/>
    <p:sldLayoutId id="2147483686" r:id="rId8"/>
    <p:sldLayoutId id="2147483687" r:id="rId9"/>
    <p:sldLayoutId id="2147483689" r:id="rId10"/>
    <p:sldLayoutId id="2147483690" r:id="rId11"/>
    <p:sldLayoutId id="2147483678" r:id="rId12"/>
    <p:sldLayoutId id="2147483691" r:id="rId13"/>
    <p:sldLayoutId id="2147483692" r:id="rId14"/>
    <p:sldLayoutId id="2147483655" r:id="rId15"/>
    <p:sldLayoutId id="2147483657" r:id="rId16"/>
    <p:sldLayoutId id="2147483660" r:id="rId17"/>
    <p:sldLayoutId id="2147483661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88900" marR="0" lvl="0" indent="508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None/>
        <a:tabLst>
          <a:tab pos="177800" algn="l"/>
        </a:tabLst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914400" marR="0" lvl="1" indent="-3175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54100" marR="0" lvl="2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Lexend" panose="020B0604020202020204" charset="0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457200" marR="0" lvl="3" indent="-4572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Lexend" panose="020B0604020202020204" charset="0"/>
        <a:buChar char="−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446088" marR="0" lvl="4" indent="-3175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2858344-BE62-4A79-AC8D-067D8D5D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FB69E8-F8D1-48D8-9DC3-32279D7146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51613"/>
      </p:ext>
    </p:extLst>
  </p:cSld>
  <p:clrMapOvr>
    <a:masterClrMapping/>
  </p:clrMapOvr>
</p:sld>
</file>

<file path=ppt/theme/theme1.xml><?xml version="1.0" encoding="utf-8"?>
<a:theme xmlns:a="http://schemas.openxmlformats.org/drawingml/2006/main" name="BASE_BOOK">
  <a:themeElements>
    <a:clrScheme name="Simple Light">
      <a:dk1>
        <a:srgbClr val="363A37"/>
      </a:dk1>
      <a:lt1>
        <a:srgbClr val="F3F3F3"/>
      </a:lt1>
      <a:dk2>
        <a:srgbClr val="BFCBD8"/>
      </a:dk2>
      <a:lt2>
        <a:srgbClr val="DFCBD6"/>
      </a:lt2>
      <a:accent1>
        <a:srgbClr val="ECC8BC"/>
      </a:accent1>
      <a:accent2>
        <a:srgbClr val="BDD8C3"/>
      </a:accent2>
      <a:accent3>
        <a:srgbClr val="DFDCCD"/>
      </a:accent3>
      <a:accent4>
        <a:srgbClr val="CFCACA"/>
      </a:accent4>
      <a:accent5>
        <a:srgbClr val="FFFFFF"/>
      </a:accent5>
      <a:accent6>
        <a:srgbClr val="FFFFFF"/>
      </a:accent6>
      <a:hlink>
        <a:srgbClr val="363A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Nunito Black</vt:lpstr>
      <vt:lpstr>Times New Roman</vt:lpstr>
      <vt:lpstr>Wingdings</vt:lpstr>
      <vt:lpstr>Fry Pro</vt:lpstr>
      <vt:lpstr>Nunito SemiBold</vt:lpstr>
      <vt:lpstr>Lexend</vt:lpstr>
      <vt:lpstr>Arial</vt:lpstr>
      <vt:lpstr>BASE_BOOK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FOR LLM</dc:title>
  <cp:lastModifiedBy>Huynh Khanh</cp:lastModifiedBy>
  <cp:revision>28</cp:revision>
  <dcterms:modified xsi:type="dcterms:W3CDTF">2026-09-29T21:53:47Z</dcterms:modified>
</cp:coreProperties>
</file>